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286F105BDD214FA81D4A6BFB238CC4" ma:contentTypeVersion="19" ma:contentTypeDescription="Create a new document." ma:contentTypeScope="" ma:versionID="fe64a8a06ac5abb6f1946da17dd894f6">
  <xsd:schema xmlns:xsd="http://www.w3.org/2001/XMLSchema" xmlns:xs="http://www.w3.org/2001/XMLSchema" xmlns:p="http://schemas.microsoft.com/office/2006/metadata/properties" xmlns:ns2="991a20c6-7779-4c7e-8e3a-acf878330878" xmlns:ns3="194603e3-38c2-4ee5-8f94-33c99f98e49d" targetNamespace="http://schemas.microsoft.com/office/2006/metadata/properties" ma:root="true" ma:fieldsID="39ee7167373acdab14387c30e3645137" ns2:_="" ns3:_="">
    <xsd:import namespace="991a20c6-7779-4c7e-8e3a-acf878330878"/>
    <xsd:import namespace="194603e3-38c2-4ee5-8f94-33c99f98e49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LengthInSeconds" minOccurs="0"/>
                <xsd:element ref="ns3:Videoinfo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1a20c6-7779-4c7e-8e3a-acf8783308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07b50ae-e15c-491e-9502-aec67d0a10f6}" ma:internalName="TaxCatchAll" ma:showField="CatchAllData" ma:web="991a20c6-7779-4c7e-8e3a-acf8783308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03e3-38c2-4ee5-8f94-33c99f98e4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468a54d-6a37-4c52-9176-b0e2c72a8f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Videoinfo" ma:index="24" nillable="true" ma:displayName="Video info" ma:format="Dropdown" ma:internalName="Videoinfo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91a20c6-7779-4c7e-8e3a-acf878330878" xsi:nil="true"/>
    <lcf76f155ced4ddcb4097134ff3c332f xmlns="194603e3-38c2-4ee5-8f94-33c99f98e49d">
      <Terms xmlns="http://schemas.microsoft.com/office/infopath/2007/PartnerControls"/>
    </lcf76f155ced4ddcb4097134ff3c332f>
    <Videoinfo xmlns="194603e3-38c2-4ee5-8f94-33c99f98e49d" xsi:nil="true"/>
  </documentManagement>
</p:properties>
</file>

<file path=customXml/itemProps1.xml><?xml version="1.0" encoding="utf-8"?>
<ds:datastoreItem xmlns:ds="http://schemas.openxmlformats.org/officeDocument/2006/customXml" ds:itemID="{0E39D11D-30CE-4156-9278-91A911E4694F}"/>
</file>

<file path=customXml/itemProps2.xml><?xml version="1.0" encoding="utf-8"?>
<ds:datastoreItem xmlns:ds="http://schemas.openxmlformats.org/officeDocument/2006/customXml" ds:itemID="{A9781A42-4B94-409C-B125-5F770AF5367F}"/>
</file>

<file path=customXml/itemProps3.xml><?xml version="1.0" encoding="utf-8"?>
<ds:datastoreItem xmlns:ds="http://schemas.openxmlformats.org/officeDocument/2006/customXml" ds:itemID="{57D1C991-9864-4443-A3C9-9649AD1B9C6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2026-02-24T19:44:11Z</dcterms:created>
  <dcterms:modified xsi:type="dcterms:W3CDTF">2026-02-24T19:44:14Z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0x010100AD286F105BDD214FA81D4A6BFB238CC4</vt:lpwstr>
  </property>
</Properties>
</file>