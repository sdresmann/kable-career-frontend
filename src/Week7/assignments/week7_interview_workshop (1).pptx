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1"/>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 id="2582" r:id="rId26"/>
    <p:sldId id="2583" r:id="rId27"/>
    <p:sldId id="2584" r:id="rId28"/>
    <p:sldId id="2585" r:id="rId29"/>
    <p:sldId id="2586" r:id="rId30"/>
    <p:sldId id="2587" r:id="rId31"/>
    <p:sldId id="2588" r:id="rId32"/>
    <p:sldId id="2589" r:id="rId33"/>
    <p:sldId id="2590" r:id="rId34"/>
    <p:sldId id="2591" r:id="rId35"/>
    <p:sldId id="2592" r:id="rId36"/>
    <p:sldId id="2593" r:id="rId37"/>
    <p:sldId id="2594" r:id="rId38"/>
    <p:sldId id="2595" r:id="rId39"/>
    <p:sldId id="259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ek 7 — Interview Performance and Handling Difficult Questions" id="{B3B521C8-4A1E-4FF9-8226-3C3F90378C7C}">
          <p14:sldIdLst>
            <p14:sldId id="2561"/>
          </p14:sldIdLst>
        </p14:section>
        <p14:section name="Interview Skills Workshop" id="{D71CBC71-86A0-45AF-85E1-EB81ED3A9A5E}">
          <p14:sldIdLst>
            <p14:sldId id="2562"/>
            <p14:sldId id="2563"/>
          </p14:sldIdLst>
        </p14:section>
        <p14:section name="Workshop Overview" id="{4A89A1A9-A09B-48A2-A19D-A6DE7211E69A}">
          <p14:sldIdLst>
            <p14:sldId id="2564"/>
            <p14:sldId id="2565"/>
          </p14:sldIdLst>
        </p14:section>
        <p14:section name="Interview Fundamentals" id="{22A1C731-E517-4B20-92BC-8CD48FFE2757}">
          <p14:sldIdLst>
            <p14:sldId id="2566"/>
            <p14:sldId id="2567"/>
          </p14:sldIdLst>
        </p14:section>
        <p14:section name="Employer Expectations" id="{5075E38B-63B5-4B2D-A07E-560D787321DA}">
          <p14:sldIdLst>
            <p14:sldId id="2568"/>
            <p14:sldId id="2569"/>
          </p14:sldIdLst>
        </p14:section>
        <p14:section name="Behavioral Interviewing" id="{9B421718-64DB-4B28-8FCB-5350D656AF8D}">
          <p14:sldIdLst>
            <p14:sldId id="2570"/>
            <p14:sldId id="2571"/>
          </p14:sldIdLst>
        </p14:section>
        <p14:section name="STAR Method" id="{05762EDA-AEA6-4FF3-A94F-DF7302426E26}">
          <p14:sldIdLst>
            <p14:sldId id="2572"/>
            <p14:sldId id="2573"/>
          </p14:sldIdLst>
        </p14:section>
        <p14:section name="STAR in Action" id="{2AA4D966-0572-4A40-A48F-0424C2215689}">
          <p14:sldIdLst>
            <p14:sldId id="2574"/>
            <p14:sldId id="2575"/>
          </p14:sldIdLst>
        </p14:section>
        <p14:section name="Interview Story Development" id="{5449145C-925B-4839-8E5C-AFE97C7E252D}">
          <p14:sldIdLst>
            <p14:sldId id="2576"/>
            <p14:sldId id="2577"/>
          </p14:sldIdLst>
        </p14:section>
        <p14:section name="Transferable Skills" id="{BB9F4749-E33C-441C-ACA6-4A7C2C6B5575}">
          <p14:sldIdLst>
            <p14:sldId id="2578"/>
            <p14:sldId id="2579"/>
          </p14:sldIdLst>
        </p14:section>
        <p14:section name="Career Narratives" id="{68FA6F1C-A887-4CEA-91FE-1CEF4D273D65}">
          <p14:sldIdLst>
            <p14:sldId id="2580"/>
            <p14:sldId id="2581"/>
          </p14:sldIdLst>
        </p14:section>
        <p14:section name="Addressing Gaps" id="{05327FD5-B12E-4709-B39A-0644264EC586}">
          <p14:sldIdLst>
            <p14:sldId id="2582"/>
            <p14:sldId id="2583"/>
          </p14:sldIdLst>
        </p14:section>
        <p14:section name="Self‑Assessment Questions" id="{5B06E87C-152C-429A-A679-645E76BAD365}">
          <p14:sldIdLst>
            <p14:sldId id="2584"/>
            <p14:sldId id="2585"/>
          </p14:sldIdLst>
        </p14:section>
        <p14:section name="Accountability and Growth" id="{52125DFE-99A6-4FEE-BC98-659DBAADE94D}">
          <p14:sldIdLst>
            <p14:sldId id="2586"/>
            <p14:sldId id="2587"/>
          </p14:sldIdLst>
        </p14:section>
        <p14:section name="Interview Preparation" id="{0DA83865-BA37-439E-A536-00EA77B5A299}">
          <p14:sldIdLst>
            <p14:sldId id="2588"/>
            <p14:sldId id="2589"/>
            <p14:sldId id="2590"/>
          </p14:sldIdLst>
        </p14:section>
        <p14:section name="Interactive Skill Building" id="{629CCF36-12F6-40AD-AA83-DEED54E50092}">
          <p14:sldIdLst>
            <p14:sldId id="2591"/>
            <p14:sldId id="2592"/>
          </p14:sldIdLst>
        </p14:section>
        <p14:section name="Summary and Reflection" id="{BDF88FE0-FC80-4751-A22C-E942A5DF9A12}">
          <p14:sldIdLst>
            <p14:sldId id="2593"/>
            <p14:sldId id="2594"/>
          </p14:sldIdLst>
        </p14:section>
        <p14:section name="Encouragement and Closure" id="{184E934A-EC12-49F8-B943-4B2414299B65}">
          <p14:sldIdLst>
            <p14:sldId id="2595"/>
            <p14:sldId id="25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B9776C-6166-4E1C-806A-DB36EAF32208}" v="39" dt="2026-03-05T18:12:48.0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91" autoAdjust="0"/>
    <p:restoredTop sz="94660"/>
  </p:normalViewPr>
  <p:slideViewPr>
    <p:cSldViewPr snapToGrid="0">
      <p:cViewPr>
        <p:scale>
          <a:sx n="100" d="100"/>
          <a:sy n="100" d="100"/>
        </p:scale>
        <p:origin x="-811"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A2B9776C-6166-4E1C-806A-DB36EAF32208}"/>
    <pc:docChg chg="addSld delSld modSld addSection">
      <pc:chgData name="" userId="" providerId="" clId="Web-{A2B9776C-6166-4E1C-806A-DB36EAF32208}" dt="2026-03-05T18:12:48.079" v="39" actId="34807"/>
      <pc:docMkLst>
        <pc:docMk/>
      </pc:docMkLst>
      <pc:sldChg chg="del">
        <pc:chgData name="" userId="" providerId="" clId="Web-{A2B9776C-6166-4E1C-806A-DB36EAF32208}" dt="2026-03-05T18:12:47.907" v="0" actId="34807"/>
        <pc:sldMkLst>
          <pc:docMk/>
          <pc:sldMk cId="3433142136" sldId="257"/>
        </pc:sldMkLst>
      </pc:sldChg>
      <pc:sldChg chg="modSp add mod modClrScheme addAnim chgLayout">
        <pc:chgData name="" userId="" providerId="" clId="Web-{A2B9776C-6166-4E1C-806A-DB36EAF32208}" dt="2026-03-05T18:12:48.064" v="4" actId="34807"/>
        <pc:sldMkLst>
          <pc:docMk/>
          <pc:sldMk cId="2481389922" sldId="2561"/>
        </pc:sldMkLst>
        <pc:spChg chg="mod">
          <ac:chgData name="" userId="" providerId="" clId="Web-{A2B9776C-6166-4E1C-806A-DB36EAF32208}" dt="2026-03-05T18:12:48.064" v="1" actId="34807"/>
          <ac:spMkLst>
            <pc:docMk/>
            <pc:sldMk cId="2481389922" sldId="2561"/>
            <ac:spMk id="2" creationId="{B1909493-EBA8-03D4-6BBF-F480276D4A95}"/>
          </ac:spMkLst>
        </pc:spChg>
        <pc:spChg chg="mod">
          <ac:chgData name="" userId="" providerId="" clId="Web-{A2B9776C-6166-4E1C-806A-DB36EAF32208}" dt="2026-03-05T18:12:48.064" v="1" actId="34807"/>
          <ac:spMkLst>
            <pc:docMk/>
            <pc:sldMk cId="2481389922" sldId="2561"/>
            <ac:spMk id="3" creationId="{BC24C7D2-4DBC-A308-C6A8-54087C07F7D5}"/>
          </ac:spMkLst>
        </pc:spChg>
        <pc:picChg chg="mod">
          <ac:chgData name="" userId="" providerId="" clId="Web-{A2B9776C-6166-4E1C-806A-DB36EAF32208}" dt="2026-03-05T18:12:48.064" v="1" actId="34807"/>
          <ac:picMkLst>
            <pc:docMk/>
            <pc:sldMk cId="2481389922" sldId="2561"/>
            <ac:picMk id="4" creationId="{72CE0A89-2110-4BF7-9E1D-7E403E841ECB}"/>
          </ac:picMkLst>
        </pc:picChg>
      </pc:sldChg>
      <pc:sldChg chg="modSp add mod modTransition modClrScheme addAnim chgLayout">
        <pc:chgData name="" userId="" providerId="" clId="Web-{A2B9776C-6166-4E1C-806A-DB36EAF32208}" dt="2026-03-05T18:12:48.064" v="5" actId="34807"/>
        <pc:sldMkLst>
          <pc:docMk/>
          <pc:sldMk cId="3860378504" sldId="2562"/>
        </pc:sldMkLst>
        <pc:spChg chg="mod">
          <ac:chgData name="" userId="" providerId="" clId="Web-{A2B9776C-6166-4E1C-806A-DB36EAF32208}" dt="2026-03-05T18:12:48.064" v="1" actId="34807"/>
          <ac:spMkLst>
            <pc:docMk/>
            <pc:sldMk cId="3860378504" sldId="2562"/>
            <ac:spMk id="2" creationId="{4A547499-F26B-2AB7-7910-4F5102EC5CCE}"/>
          </ac:spMkLst>
        </pc:spChg>
      </pc:sldChg>
      <pc:sldChg chg="modSp add mod modTransition modClrScheme addAnim chgLayout">
        <pc:chgData name="" userId="" providerId="" clId="Web-{A2B9776C-6166-4E1C-806A-DB36EAF32208}" dt="2026-03-05T18:12:48.064" v="6" actId="34807"/>
        <pc:sldMkLst>
          <pc:docMk/>
          <pc:sldMk cId="2085295122" sldId="2563"/>
        </pc:sldMkLst>
        <pc:spChg chg="mod">
          <ac:chgData name="" userId="" providerId="" clId="Web-{A2B9776C-6166-4E1C-806A-DB36EAF32208}" dt="2026-03-05T18:12:48.064" v="1" actId="34807"/>
          <ac:spMkLst>
            <pc:docMk/>
            <pc:sldMk cId="2085295122" sldId="2563"/>
            <ac:spMk id="2" creationId="{50B329C7-972B-33A9-59B8-5773C0B8582E}"/>
          </ac:spMkLst>
        </pc:spChg>
        <pc:spChg chg="mod">
          <ac:chgData name="" userId="" providerId="" clId="Web-{A2B9776C-6166-4E1C-806A-DB36EAF32208}" dt="2026-03-05T18:12:48.064" v="1" actId="34807"/>
          <ac:spMkLst>
            <pc:docMk/>
            <pc:sldMk cId="2085295122" sldId="2563"/>
            <ac:spMk id="4" creationId="{131D8AD2-553A-31B4-0326-375EEC5B91C3}"/>
          </ac:spMkLst>
        </pc:spChg>
        <pc:picChg chg="mod">
          <ac:chgData name="" userId="" providerId="" clId="Web-{A2B9776C-6166-4E1C-806A-DB36EAF32208}" dt="2026-03-05T18:12:48.064" v="1" actId="34807"/>
          <ac:picMkLst>
            <pc:docMk/>
            <pc:sldMk cId="2085295122" sldId="2563"/>
            <ac:picMk id="5" creationId="{077D41D8-4A50-4C8B-A8C9-2527C12126B2}"/>
          </ac:picMkLst>
        </pc:picChg>
      </pc:sldChg>
      <pc:sldChg chg="modSp add mod modTransition modClrScheme addAnim chgLayout">
        <pc:chgData name="" userId="" providerId="" clId="Web-{A2B9776C-6166-4E1C-806A-DB36EAF32208}" dt="2026-03-05T18:12:48.064" v="7" actId="34807"/>
        <pc:sldMkLst>
          <pc:docMk/>
          <pc:sldMk cId="3384859814" sldId="2564"/>
        </pc:sldMkLst>
        <pc:spChg chg="mod">
          <ac:chgData name="" userId="" providerId="" clId="Web-{A2B9776C-6166-4E1C-806A-DB36EAF32208}" dt="2026-03-05T18:12:48.064" v="1" actId="34807"/>
          <ac:spMkLst>
            <pc:docMk/>
            <pc:sldMk cId="3384859814" sldId="2564"/>
            <ac:spMk id="2" creationId="{96168F5E-6733-228D-5555-4A0EF1948362}"/>
          </ac:spMkLst>
        </pc:spChg>
      </pc:sldChg>
      <pc:sldChg chg="modSp add mod modTransition modClrScheme addAnim chgLayout">
        <pc:chgData name="" userId="" providerId="" clId="Web-{A2B9776C-6166-4E1C-806A-DB36EAF32208}" dt="2026-03-05T18:12:48.064" v="8" actId="34807"/>
        <pc:sldMkLst>
          <pc:docMk/>
          <pc:sldMk cId="981529373" sldId="2565"/>
        </pc:sldMkLst>
        <pc:spChg chg="mod">
          <ac:chgData name="" userId="" providerId="" clId="Web-{A2B9776C-6166-4E1C-806A-DB36EAF32208}" dt="2026-03-05T18:12:48.064" v="1" actId="34807"/>
          <ac:spMkLst>
            <pc:docMk/>
            <pc:sldMk cId="981529373" sldId="2565"/>
            <ac:spMk id="2" creationId="{ADFAAEF2-69C8-536A-7B2D-D0741F3B7CAB}"/>
          </ac:spMkLst>
        </pc:spChg>
        <pc:spChg chg="mod">
          <ac:chgData name="" userId="" providerId="" clId="Web-{A2B9776C-6166-4E1C-806A-DB36EAF32208}" dt="2026-03-05T18:12:48.064" v="1" actId="34807"/>
          <ac:spMkLst>
            <pc:docMk/>
            <pc:sldMk cId="981529373" sldId="2565"/>
            <ac:spMk id="4" creationId="{1523C9E5-2ADC-DC94-DC40-C01984BCD2E9}"/>
          </ac:spMkLst>
        </pc:spChg>
        <pc:picChg chg="mod">
          <ac:chgData name="" userId="" providerId="" clId="Web-{A2B9776C-6166-4E1C-806A-DB36EAF32208}" dt="2026-03-05T18:12:48.064" v="1" actId="34807"/>
          <ac:picMkLst>
            <pc:docMk/>
            <pc:sldMk cId="981529373" sldId="2565"/>
            <ac:picMk id="5" creationId="{CDD5DE1F-EB4D-4A01-962C-D0A5D8AB6F2E}"/>
          </ac:picMkLst>
        </pc:picChg>
      </pc:sldChg>
      <pc:sldChg chg="modSp add mod modTransition modClrScheme addAnim chgLayout">
        <pc:chgData name="" userId="" providerId="" clId="Web-{A2B9776C-6166-4E1C-806A-DB36EAF32208}" dt="2026-03-05T18:12:48.064" v="9" actId="34807"/>
        <pc:sldMkLst>
          <pc:docMk/>
          <pc:sldMk cId="2514426572" sldId="2566"/>
        </pc:sldMkLst>
        <pc:spChg chg="mod">
          <ac:chgData name="" userId="" providerId="" clId="Web-{A2B9776C-6166-4E1C-806A-DB36EAF32208}" dt="2026-03-05T18:12:48.064" v="1" actId="34807"/>
          <ac:spMkLst>
            <pc:docMk/>
            <pc:sldMk cId="2514426572" sldId="2566"/>
            <ac:spMk id="2" creationId="{C005BA7C-0B4A-8273-C29D-AD93519B9954}"/>
          </ac:spMkLst>
        </pc:spChg>
      </pc:sldChg>
      <pc:sldChg chg="modSp add mod modTransition modClrScheme addAnim chgLayout">
        <pc:chgData name="" userId="" providerId="" clId="Web-{A2B9776C-6166-4E1C-806A-DB36EAF32208}" dt="2026-03-05T18:12:48.064" v="10" actId="34807"/>
        <pc:sldMkLst>
          <pc:docMk/>
          <pc:sldMk cId="3706250982" sldId="2567"/>
        </pc:sldMkLst>
        <pc:spChg chg="mod">
          <ac:chgData name="" userId="" providerId="" clId="Web-{A2B9776C-6166-4E1C-806A-DB36EAF32208}" dt="2026-03-05T18:12:48.064" v="1" actId="34807"/>
          <ac:spMkLst>
            <pc:docMk/>
            <pc:sldMk cId="3706250982" sldId="2567"/>
            <ac:spMk id="2" creationId="{B6F270DE-A593-7D48-E4E9-0C23AB3295F3}"/>
          </ac:spMkLst>
        </pc:spChg>
        <pc:spChg chg="mod">
          <ac:chgData name="" userId="" providerId="" clId="Web-{A2B9776C-6166-4E1C-806A-DB36EAF32208}" dt="2026-03-05T18:12:48.064" v="1" actId="34807"/>
          <ac:spMkLst>
            <pc:docMk/>
            <pc:sldMk cId="3706250982" sldId="2567"/>
            <ac:spMk id="4" creationId="{6BE7CC3F-71C6-F9D8-B568-5C188C8E93BA}"/>
          </ac:spMkLst>
        </pc:spChg>
        <pc:picChg chg="mod">
          <ac:chgData name="" userId="" providerId="" clId="Web-{A2B9776C-6166-4E1C-806A-DB36EAF32208}" dt="2026-03-05T18:12:48.064" v="1" actId="34807"/>
          <ac:picMkLst>
            <pc:docMk/>
            <pc:sldMk cId="3706250982" sldId="2567"/>
            <ac:picMk id="5" creationId="{EAA0D1FB-4E1F-4AA2-BBB4-BCDF5334D2FC}"/>
          </ac:picMkLst>
        </pc:picChg>
      </pc:sldChg>
      <pc:sldChg chg="modSp add mod modTransition modClrScheme addAnim chgLayout">
        <pc:chgData name="" userId="" providerId="" clId="Web-{A2B9776C-6166-4E1C-806A-DB36EAF32208}" dt="2026-03-05T18:12:48.064" v="11" actId="34807"/>
        <pc:sldMkLst>
          <pc:docMk/>
          <pc:sldMk cId="2264789407" sldId="2568"/>
        </pc:sldMkLst>
        <pc:spChg chg="mod">
          <ac:chgData name="" userId="" providerId="" clId="Web-{A2B9776C-6166-4E1C-806A-DB36EAF32208}" dt="2026-03-05T18:12:48.064" v="1" actId="34807"/>
          <ac:spMkLst>
            <pc:docMk/>
            <pc:sldMk cId="2264789407" sldId="2568"/>
            <ac:spMk id="2" creationId="{60064A6B-F49C-0F30-F3E2-AEA9DE091A0D}"/>
          </ac:spMkLst>
        </pc:spChg>
      </pc:sldChg>
      <pc:sldChg chg="modSp add mod modTransition modClrScheme addAnim chgLayout">
        <pc:chgData name="" userId="" providerId="" clId="Web-{A2B9776C-6166-4E1C-806A-DB36EAF32208}" dt="2026-03-05T18:12:48.064" v="12" actId="34807"/>
        <pc:sldMkLst>
          <pc:docMk/>
          <pc:sldMk cId="3270041905" sldId="2569"/>
        </pc:sldMkLst>
        <pc:spChg chg="mod">
          <ac:chgData name="" userId="" providerId="" clId="Web-{A2B9776C-6166-4E1C-806A-DB36EAF32208}" dt="2026-03-05T18:12:48.064" v="1" actId="34807"/>
          <ac:spMkLst>
            <pc:docMk/>
            <pc:sldMk cId="3270041905" sldId="2569"/>
            <ac:spMk id="2" creationId="{EFB7DE5E-4E2D-3BA6-CA80-98C62986FC4B}"/>
          </ac:spMkLst>
        </pc:spChg>
        <pc:spChg chg="mod">
          <ac:chgData name="" userId="" providerId="" clId="Web-{A2B9776C-6166-4E1C-806A-DB36EAF32208}" dt="2026-03-05T18:12:48.064" v="1" actId="34807"/>
          <ac:spMkLst>
            <pc:docMk/>
            <pc:sldMk cId="3270041905" sldId="2569"/>
            <ac:spMk id="3" creationId="{FA32C3D4-86D1-AF30-C65F-2015E66A5714}"/>
          </ac:spMkLst>
        </pc:spChg>
      </pc:sldChg>
      <pc:sldChg chg="modSp add mod modTransition modClrScheme addAnim chgLayout">
        <pc:chgData name="" userId="" providerId="" clId="Web-{A2B9776C-6166-4E1C-806A-DB36EAF32208}" dt="2026-03-05T18:12:48.064" v="13" actId="34807"/>
        <pc:sldMkLst>
          <pc:docMk/>
          <pc:sldMk cId="2837887449" sldId="2570"/>
        </pc:sldMkLst>
        <pc:spChg chg="mod">
          <ac:chgData name="" userId="" providerId="" clId="Web-{A2B9776C-6166-4E1C-806A-DB36EAF32208}" dt="2026-03-05T18:12:48.064" v="1" actId="34807"/>
          <ac:spMkLst>
            <pc:docMk/>
            <pc:sldMk cId="2837887449" sldId="2570"/>
            <ac:spMk id="2" creationId="{549BB154-83AB-E4F9-E3EA-D38FAFDBAEFA}"/>
          </ac:spMkLst>
        </pc:spChg>
      </pc:sldChg>
      <pc:sldChg chg="modSp add mod modTransition modClrScheme addAnim chgLayout">
        <pc:chgData name="" userId="" providerId="" clId="Web-{A2B9776C-6166-4E1C-806A-DB36EAF32208}" dt="2026-03-05T18:12:48.064" v="14" actId="34807"/>
        <pc:sldMkLst>
          <pc:docMk/>
          <pc:sldMk cId="2943230856" sldId="2571"/>
        </pc:sldMkLst>
        <pc:spChg chg="mod">
          <ac:chgData name="" userId="" providerId="" clId="Web-{A2B9776C-6166-4E1C-806A-DB36EAF32208}" dt="2026-03-05T18:12:48.064" v="1" actId="34807"/>
          <ac:spMkLst>
            <pc:docMk/>
            <pc:sldMk cId="2943230856" sldId="2571"/>
            <ac:spMk id="2" creationId="{D62D2FC2-F2F8-4444-43C9-4BB10FE915DF}"/>
          </ac:spMkLst>
        </pc:spChg>
        <pc:spChg chg="mod">
          <ac:chgData name="" userId="" providerId="" clId="Web-{A2B9776C-6166-4E1C-806A-DB36EAF32208}" dt="2026-03-05T18:12:48.064" v="1" actId="34807"/>
          <ac:spMkLst>
            <pc:docMk/>
            <pc:sldMk cId="2943230856" sldId="2571"/>
            <ac:spMk id="4" creationId="{8C9347BC-9067-E602-466F-94F59AF8BB8B}"/>
          </ac:spMkLst>
        </pc:spChg>
        <pc:picChg chg="mod ord">
          <ac:chgData name="" userId="" providerId="" clId="Web-{A2B9776C-6166-4E1C-806A-DB36EAF32208}" dt="2026-03-05T18:12:48.064" v="1" actId="34807"/>
          <ac:picMkLst>
            <pc:docMk/>
            <pc:sldMk cId="2943230856" sldId="2571"/>
            <ac:picMk id="5" creationId="{84B1BAED-5188-4FF7-BA41-F0DEB5E8EF6B}"/>
          </ac:picMkLst>
        </pc:picChg>
      </pc:sldChg>
      <pc:sldChg chg="modSp add mod modTransition modClrScheme addAnim chgLayout">
        <pc:chgData name="" userId="" providerId="" clId="Web-{A2B9776C-6166-4E1C-806A-DB36EAF32208}" dt="2026-03-05T18:12:48.064" v="15" actId="34807"/>
        <pc:sldMkLst>
          <pc:docMk/>
          <pc:sldMk cId="4132769759" sldId="2572"/>
        </pc:sldMkLst>
        <pc:spChg chg="mod">
          <ac:chgData name="" userId="" providerId="" clId="Web-{A2B9776C-6166-4E1C-806A-DB36EAF32208}" dt="2026-03-05T18:12:48.064" v="1" actId="34807"/>
          <ac:spMkLst>
            <pc:docMk/>
            <pc:sldMk cId="4132769759" sldId="2572"/>
            <ac:spMk id="2" creationId="{12422473-CFDD-A781-0CB0-97EB260619CA}"/>
          </ac:spMkLst>
        </pc:spChg>
      </pc:sldChg>
      <pc:sldChg chg="modSp add mod modTransition modClrScheme addAnim chgLayout">
        <pc:chgData name="" userId="" providerId="" clId="Web-{A2B9776C-6166-4E1C-806A-DB36EAF32208}" dt="2026-03-05T18:12:48.064" v="16" actId="34807"/>
        <pc:sldMkLst>
          <pc:docMk/>
          <pc:sldMk cId="3888728956" sldId="2573"/>
        </pc:sldMkLst>
        <pc:spChg chg="mod">
          <ac:chgData name="" userId="" providerId="" clId="Web-{A2B9776C-6166-4E1C-806A-DB36EAF32208}" dt="2026-03-05T18:12:48.064" v="1" actId="34807"/>
          <ac:spMkLst>
            <pc:docMk/>
            <pc:sldMk cId="3888728956" sldId="2573"/>
            <ac:spMk id="2" creationId="{8CD4DFA8-EA5E-3925-0304-9C1B00A69A02}"/>
          </ac:spMkLst>
        </pc:spChg>
        <pc:spChg chg="mod">
          <ac:chgData name="" userId="" providerId="" clId="Web-{A2B9776C-6166-4E1C-806A-DB36EAF32208}" dt="2026-03-05T18:12:48.064" v="1" actId="34807"/>
          <ac:spMkLst>
            <pc:docMk/>
            <pc:sldMk cId="3888728956" sldId="2573"/>
            <ac:spMk id="4" creationId="{9041773C-BE16-57EF-77E7-C5C8BD0800C9}"/>
          </ac:spMkLst>
        </pc:spChg>
        <pc:picChg chg="mod">
          <ac:chgData name="" userId="" providerId="" clId="Web-{A2B9776C-6166-4E1C-806A-DB36EAF32208}" dt="2026-03-05T18:12:48.064" v="1" actId="34807"/>
          <ac:picMkLst>
            <pc:docMk/>
            <pc:sldMk cId="3888728956" sldId="2573"/>
            <ac:picMk id="5" creationId="{5193276D-A95B-4374-9E12-5D28BD031F24}"/>
          </ac:picMkLst>
        </pc:picChg>
      </pc:sldChg>
      <pc:sldChg chg="modSp add mod modTransition modClrScheme addAnim chgLayout">
        <pc:chgData name="" userId="" providerId="" clId="Web-{A2B9776C-6166-4E1C-806A-DB36EAF32208}" dt="2026-03-05T18:12:48.064" v="17" actId="34807"/>
        <pc:sldMkLst>
          <pc:docMk/>
          <pc:sldMk cId="1446814350" sldId="2574"/>
        </pc:sldMkLst>
        <pc:spChg chg="mod">
          <ac:chgData name="" userId="" providerId="" clId="Web-{A2B9776C-6166-4E1C-806A-DB36EAF32208}" dt="2026-03-05T18:12:48.064" v="1" actId="34807"/>
          <ac:spMkLst>
            <pc:docMk/>
            <pc:sldMk cId="1446814350" sldId="2574"/>
            <ac:spMk id="2" creationId="{2C6E36BA-9974-E730-C6AB-7C06C698C2A4}"/>
          </ac:spMkLst>
        </pc:spChg>
      </pc:sldChg>
      <pc:sldChg chg="modSp add mod modTransition modClrScheme addAnim chgLayout">
        <pc:chgData name="" userId="" providerId="" clId="Web-{A2B9776C-6166-4E1C-806A-DB36EAF32208}" dt="2026-03-05T18:12:48.064" v="18" actId="34807"/>
        <pc:sldMkLst>
          <pc:docMk/>
          <pc:sldMk cId="21317473" sldId="2575"/>
        </pc:sldMkLst>
        <pc:spChg chg="mod">
          <ac:chgData name="" userId="" providerId="" clId="Web-{A2B9776C-6166-4E1C-806A-DB36EAF32208}" dt="2026-03-05T18:12:48.064" v="1" actId="34807"/>
          <ac:spMkLst>
            <pc:docMk/>
            <pc:sldMk cId="21317473" sldId="2575"/>
            <ac:spMk id="2" creationId="{3F65804B-8AB5-55CD-67D3-0BB1DDB6C0C6}"/>
          </ac:spMkLst>
        </pc:spChg>
        <pc:spChg chg="mod">
          <ac:chgData name="" userId="" providerId="" clId="Web-{A2B9776C-6166-4E1C-806A-DB36EAF32208}" dt="2026-03-05T18:12:48.064" v="1" actId="34807"/>
          <ac:spMkLst>
            <pc:docMk/>
            <pc:sldMk cId="21317473" sldId="2575"/>
            <ac:spMk id="4" creationId="{61759CF7-ED9D-9615-657F-D09B7BE39CE0}"/>
          </ac:spMkLst>
        </pc:spChg>
        <pc:picChg chg="mod ord">
          <ac:chgData name="" userId="" providerId="" clId="Web-{A2B9776C-6166-4E1C-806A-DB36EAF32208}" dt="2026-03-05T18:12:48.064" v="1" actId="34807"/>
          <ac:picMkLst>
            <pc:docMk/>
            <pc:sldMk cId="21317473" sldId="2575"/>
            <ac:picMk id="5" creationId="{810A0120-7F7D-4D9F-A90D-DCC9CE7507FC}"/>
          </ac:picMkLst>
        </pc:picChg>
      </pc:sldChg>
      <pc:sldChg chg="modSp add mod modTransition modClrScheme addAnim chgLayout">
        <pc:chgData name="" userId="" providerId="" clId="Web-{A2B9776C-6166-4E1C-806A-DB36EAF32208}" dt="2026-03-05T18:12:48.064" v="19" actId="34807"/>
        <pc:sldMkLst>
          <pc:docMk/>
          <pc:sldMk cId="369191554" sldId="2576"/>
        </pc:sldMkLst>
        <pc:spChg chg="mod">
          <ac:chgData name="" userId="" providerId="" clId="Web-{A2B9776C-6166-4E1C-806A-DB36EAF32208}" dt="2026-03-05T18:12:48.064" v="1" actId="34807"/>
          <ac:spMkLst>
            <pc:docMk/>
            <pc:sldMk cId="369191554" sldId="2576"/>
            <ac:spMk id="2" creationId="{5ECA6562-B0CB-87D7-8E9A-5CC31A3B335C}"/>
          </ac:spMkLst>
        </pc:spChg>
      </pc:sldChg>
      <pc:sldChg chg="modSp add mod modTransition modClrScheme addAnim chgLayout">
        <pc:chgData name="" userId="" providerId="" clId="Web-{A2B9776C-6166-4E1C-806A-DB36EAF32208}" dt="2026-03-05T18:12:48.079" v="20" actId="34807"/>
        <pc:sldMkLst>
          <pc:docMk/>
          <pc:sldMk cId="1265322168" sldId="2577"/>
        </pc:sldMkLst>
        <pc:spChg chg="mod">
          <ac:chgData name="" userId="" providerId="" clId="Web-{A2B9776C-6166-4E1C-806A-DB36EAF32208}" dt="2026-03-05T18:12:48.064" v="1" actId="34807"/>
          <ac:spMkLst>
            <pc:docMk/>
            <pc:sldMk cId="1265322168" sldId="2577"/>
            <ac:spMk id="2" creationId="{C55D2C32-E484-8423-987C-EA134BC7E99C}"/>
          </ac:spMkLst>
        </pc:spChg>
        <pc:spChg chg="mod">
          <ac:chgData name="" userId="" providerId="" clId="Web-{A2B9776C-6166-4E1C-806A-DB36EAF32208}" dt="2026-03-05T18:12:48.064" v="1" actId="34807"/>
          <ac:spMkLst>
            <pc:docMk/>
            <pc:sldMk cId="1265322168" sldId="2577"/>
            <ac:spMk id="4" creationId="{3536E1F9-BBE9-C3FC-D694-17B4574BBB66}"/>
          </ac:spMkLst>
        </pc:spChg>
        <pc:picChg chg="mod">
          <ac:chgData name="" userId="" providerId="" clId="Web-{A2B9776C-6166-4E1C-806A-DB36EAF32208}" dt="2026-03-05T18:12:48.064" v="1" actId="34807"/>
          <ac:picMkLst>
            <pc:docMk/>
            <pc:sldMk cId="1265322168" sldId="2577"/>
            <ac:picMk id="5" creationId="{50E7ED65-366D-4A5C-881D-62B2428BD9FC}"/>
          </ac:picMkLst>
        </pc:picChg>
      </pc:sldChg>
      <pc:sldChg chg="modSp add mod modTransition modClrScheme addAnim chgLayout">
        <pc:chgData name="" userId="" providerId="" clId="Web-{A2B9776C-6166-4E1C-806A-DB36EAF32208}" dt="2026-03-05T18:12:48.079" v="21" actId="34807"/>
        <pc:sldMkLst>
          <pc:docMk/>
          <pc:sldMk cId="539642106" sldId="2578"/>
        </pc:sldMkLst>
        <pc:spChg chg="mod">
          <ac:chgData name="" userId="" providerId="" clId="Web-{A2B9776C-6166-4E1C-806A-DB36EAF32208}" dt="2026-03-05T18:12:48.064" v="1" actId="34807"/>
          <ac:spMkLst>
            <pc:docMk/>
            <pc:sldMk cId="539642106" sldId="2578"/>
            <ac:spMk id="2" creationId="{8ECF252A-BCEF-1D5C-C828-E5571EB3B891}"/>
          </ac:spMkLst>
        </pc:spChg>
      </pc:sldChg>
      <pc:sldChg chg="modSp add mod modTransition modClrScheme addAnim chgLayout">
        <pc:chgData name="" userId="" providerId="" clId="Web-{A2B9776C-6166-4E1C-806A-DB36EAF32208}" dt="2026-03-05T18:12:48.079" v="22" actId="34807"/>
        <pc:sldMkLst>
          <pc:docMk/>
          <pc:sldMk cId="366947581" sldId="2579"/>
        </pc:sldMkLst>
        <pc:spChg chg="mod">
          <ac:chgData name="" userId="" providerId="" clId="Web-{A2B9776C-6166-4E1C-806A-DB36EAF32208}" dt="2026-03-05T18:12:48.064" v="1" actId="34807"/>
          <ac:spMkLst>
            <pc:docMk/>
            <pc:sldMk cId="366947581" sldId="2579"/>
            <ac:spMk id="2" creationId="{58B28A25-8D7D-D194-2C46-80132EB39202}"/>
          </ac:spMkLst>
        </pc:spChg>
        <pc:spChg chg="mod">
          <ac:chgData name="" userId="" providerId="" clId="Web-{A2B9776C-6166-4E1C-806A-DB36EAF32208}" dt="2026-03-05T18:12:48.064" v="1" actId="34807"/>
          <ac:spMkLst>
            <pc:docMk/>
            <pc:sldMk cId="366947581" sldId="2579"/>
            <ac:spMk id="4" creationId="{E13BD1EE-4CDB-E868-262D-FEA35F411730}"/>
          </ac:spMkLst>
        </pc:spChg>
        <pc:picChg chg="mod">
          <ac:chgData name="" userId="" providerId="" clId="Web-{A2B9776C-6166-4E1C-806A-DB36EAF32208}" dt="2026-03-05T18:12:48.064" v="1" actId="34807"/>
          <ac:picMkLst>
            <pc:docMk/>
            <pc:sldMk cId="366947581" sldId="2579"/>
            <ac:picMk id="5" creationId="{A277972C-9AC9-450B-9D50-5EA8F0701EA5}"/>
          </ac:picMkLst>
        </pc:picChg>
      </pc:sldChg>
      <pc:sldChg chg="modSp add mod modTransition modClrScheme addAnim chgLayout">
        <pc:chgData name="" userId="" providerId="" clId="Web-{A2B9776C-6166-4E1C-806A-DB36EAF32208}" dt="2026-03-05T18:12:48.079" v="23" actId="34807"/>
        <pc:sldMkLst>
          <pc:docMk/>
          <pc:sldMk cId="819853322" sldId="2580"/>
        </pc:sldMkLst>
        <pc:spChg chg="mod">
          <ac:chgData name="" userId="" providerId="" clId="Web-{A2B9776C-6166-4E1C-806A-DB36EAF32208}" dt="2026-03-05T18:12:48.064" v="1" actId="34807"/>
          <ac:spMkLst>
            <pc:docMk/>
            <pc:sldMk cId="819853322" sldId="2580"/>
            <ac:spMk id="2" creationId="{78BA8B3F-E71B-EABC-F513-A9880E0F98D0}"/>
          </ac:spMkLst>
        </pc:spChg>
      </pc:sldChg>
      <pc:sldChg chg="modSp add mod modTransition modClrScheme addAnim chgLayout">
        <pc:chgData name="" userId="" providerId="" clId="Web-{A2B9776C-6166-4E1C-806A-DB36EAF32208}" dt="2026-03-05T18:12:48.079" v="24" actId="34807"/>
        <pc:sldMkLst>
          <pc:docMk/>
          <pc:sldMk cId="759134224" sldId="2581"/>
        </pc:sldMkLst>
        <pc:spChg chg="mod">
          <ac:chgData name="" userId="" providerId="" clId="Web-{A2B9776C-6166-4E1C-806A-DB36EAF32208}" dt="2026-03-05T18:12:48.064" v="1" actId="34807"/>
          <ac:spMkLst>
            <pc:docMk/>
            <pc:sldMk cId="759134224" sldId="2581"/>
            <ac:spMk id="2" creationId="{F94E9844-B13E-3EFB-803B-4FC767D7CBCB}"/>
          </ac:spMkLst>
        </pc:spChg>
        <pc:spChg chg="mod">
          <ac:chgData name="" userId="" providerId="" clId="Web-{A2B9776C-6166-4E1C-806A-DB36EAF32208}" dt="2026-03-05T18:12:48.064" v="1" actId="34807"/>
          <ac:spMkLst>
            <pc:docMk/>
            <pc:sldMk cId="759134224" sldId="2581"/>
            <ac:spMk id="4" creationId="{4656CEA7-937D-2CAC-4553-654502CC309F}"/>
          </ac:spMkLst>
        </pc:spChg>
        <pc:picChg chg="mod">
          <ac:chgData name="" userId="" providerId="" clId="Web-{A2B9776C-6166-4E1C-806A-DB36EAF32208}" dt="2026-03-05T18:12:48.064" v="1" actId="34807"/>
          <ac:picMkLst>
            <pc:docMk/>
            <pc:sldMk cId="759134224" sldId="2581"/>
            <ac:picMk id="5" creationId="{87609703-AF19-4342-BD1F-B5A50EF5E202}"/>
          </ac:picMkLst>
        </pc:picChg>
      </pc:sldChg>
      <pc:sldChg chg="modSp add mod modTransition modClrScheme addAnim chgLayout">
        <pc:chgData name="" userId="" providerId="" clId="Web-{A2B9776C-6166-4E1C-806A-DB36EAF32208}" dt="2026-03-05T18:12:48.079" v="25" actId="34807"/>
        <pc:sldMkLst>
          <pc:docMk/>
          <pc:sldMk cId="4268086429" sldId="2582"/>
        </pc:sldMkLst>
        <pc:spChg chg="mod">
          <ac:chgData name="" userId="" providerId="" clId="Web-{A2B9776C-6166-4E1C-806A-DB36EAF32208}" dt="2026-03-05T18:12:48.064" v="1" actId="34807"/>
          <ac:spMkLst>
            <pc:docMk/>
            <pc:sldMk cId="4268086429" sldId="2582"/>
            <ac:spMk id="2" creationId="{C67F287A-9541-BF81-438C-DDCE2BE6B83B}"/>
          </ac:spMkLst>
        </pc:spChg>
      </pc:sldChg>
      <pc:sldChg chg="modSp add mod modTransition addAnim">
        <pc:chgData name="" userId="" providerId="" clId="Web-{A2B9776C-6166-4E1C-806A-DB36EAF32208}" dt="2026-03-05T18:12:48.079" v="26" actId="34807"/>
        <pc:sldMkLst>
          <pc:docMk/>
          <pc:sldMk cId="3891641106" sldId="2583"/>
        </pc:sldMkLst>
        <pc:spChg chg="mod">
          <ac:chgData name="" userId="" providerId="" clId="Web-{A2B9776C-6166-4E1C-806A-DB36EAF32208}" dt="2026-03-05T18:12:48.064" v="1" actId="34807"/>
          <ac:spMkLst>
            <pc:docMk/>
            <pc:sldMk cId="3891641106" sldId="2583"/>
            <ac:spMk id="2" creationId="{E85B947C-3461-DCD8-6BDB-49C3AEEAE401}"/>
          </ac:spMkLst>
        </pc:spChg>
        <pc:spChg chg="mod">
          <ac:chgData name="" userId="" providerId="" clId="Web-{A2B9776C-6166-4E1C-806A-DB36EAF32208}" dt="2026-03-05T18:12:48.064" v="1" actId="34807"/>
          <ac:spMkLst>
            <pc:docMk/>
            <pc:sldMk cId="3891641106" sldId="2583"/>
            <ac:spMk id="4" creationId="{ABE5B576-8266-A2E7-FA02-B5F8F92D459A}"/>
          </ac:spMkLst>
        </pc:spChg>
        <pc:picChg chg="mod ord">
          <ac:chgData name="" userId="" providerId="" clId="Web-{A2B9776C-6166-4E1C-806A-DB36EAF32208}" dt="2026-03-05T18:12:48.064" v="1" actId="34807"/>
          <ac:picMkLst>
            <pc:docMk/>
            <pc:sldMk cId="3891641106" sldId="2583"/>
            <ac:picMk id="5" creationId="{F8EE6FB0-C920-46D2-9615-EEC7C4F0CD58}"/>
          </ac:picMkLst>
        </pc:picChg>
      </pc:sldChg>
      <pc:sldChg chg="modSp add mod modTransition modClrScheme addAnim chgLayout">
        <pc:chgData name="" userId="" providerId="" clId="Web-{A2B9776C-6166-4E1C-806A-DB36EAF32208}" dt="2026-03-05T18:12:48.079" v="27" actId="34807"/>
        <pc:sldMkLst>
          <pc:docMk/>
          <pc:sldMk cId="565068400" sldId="2584"/>
        </pc:sldMkLst>
        <pc:spChg chg="mod">
          <ac:chgData name="" userId="" providerId="" clId="Web-{A2B9776C-6166-4E1C-806A-DB36EAF32208}" dt="2026-03-05T18:12:48.064" v="1" actId="34807"/>
          <ac:spMkLst>
            <pc:docMk/>
            <pc:sldMk cId="565068400" sldId="2584"/>
            <ac:spMk id="2" creationId="{E84D3747-2739-4B30-731F-A56DBAA722EF}"/>
          </ac:spMkLst>
        </pc:spChg>
      </pc:sldChg>
      <pc:sldChg chg="modSp add mod modTransition modClrScheme addAnim chgLayout">
        <pc:chgData name="" userId="" providerId="" clId="Web-{A2B9776C-6166-4E1C-806A-DB36EAF32208}" dt="2026-03-05T18:12:48.079" v="28" actId="34807"/>
        <pc:sldMkLst>
          <pc:docMk/>
          <pc:sldMk cId="2678523571" sldId="2585"/>
        </pc:sldMkLst>
        <pc:spChg chg="mod">
          <ac:chgData name="" userId="" providerId="" clId="Web-{A2B9776C-6166-4E1C-806A-DB36EAF32208}" dt="2026-03-05T18:12:48.064" v="1" actId="34807"/>
          <ac:spMkLst>
            <pc:docMk/>
            <pc:sldMk cId="2678523571" sldId="2585"/>
            <ac:spMk id="2" creationId="{66ED5327-C973-A85C-03DE-CFA3CA697EA2}"/>
          </ac:spMkLst>
        </pc:spChg>
        <pc:spChg chg="mod">
          <ac:chgData name="" userId="" providerId="" clId="Web-{A2B9776C-6166-4E1C-806A-DB36EAF32208}" dt="2026-03-05T18:12:48.064" v="1" actId="34807"/>
          <ac:spMkLst>
            <pc:docMk/>
            <pc:sldMk cId="2678523571" sldId="2585"/>
            <ac:spMk id="4" creationId="{555CB6B6-15D0-DD2D-6FA6-3705397B2ABF}"/>
          </ac:spMkLst>
        </pc:spChg>
        <pc:picChg chg="mod">
          <ac:chgData name="" userId="" providerId="" clId="Web-{A2B9776C-6166-4E1C-806A-DB36EAF32208}" dt="2026-03-05T18:12:48.064" v="1" actId="34807"/>
          <ac:picMkLst>
            <pc:docMk/>
            <pc:sldMk cId="2678523571" sldId="2585"/>
            <ac:picMk id="5" creationId="{901F76AC-45D1-4542-AA85-C4F331D1E27D}"/>
          </ac:picMkLst>
        </pc:picChg>
      </pc:sldChg>
      <pc:sldChg chg="modSp add mod modTransition modClrScheme addAnim chgLayout">
        <pc:chgData name="" userId="" providerId="" clId="Web-{A2B9776C-6166-4E1C-806A-DB36EAF32208}" dt="2026-03-05T18:12:48.079" v="29" actId="34807"/>
        <pc:sldMkLst>
          <pc:docMk/>
          <pc:sldMk cId="3316776694" sldId="2586"/>
        </pc:sldMkLst>
        <pc:spChg chg="mod">
          <ac:chgData name="" userId="" providerId="" clId="Web-{A2B9776C-6166-4E1C-806A-DB36EAF32208}" dt="2026-03-05T18:12:48.064" v="1" actId="34807"/>
          <ac:spMkLst>
            <pc:docMk/>
            <pc:sldMk cId="3316776694" sldId="2586"/>
            <ac:spMk id="2" creationId="{84AE32A1-8603-2571-9BE3-0CB10F857B10}"/>
          </ac:spMkLst>
        </pc:spChg>
      </pc:sldChg>
      <pc:sldChg chg="modSp add mod modTransition modClrScheme addAnim chgLayout">
        <pc:chgData name="" userId="" providerId="" clId="Web-{A2B9776C-6166-4E1C-806A-DB36EAF32208}" dt="2026-03-05T18:12:48.079" v="30" actId="34807"/>
        <pc:sldMkLst>
          <pc:docMk/>
          <pc:sldMk cId="715001056" sldId="2587"/>
        </pc:sldMkLst>
        <pc:spChg chg="mod">
          <ac:chgData name="" userId="" providerId="" clId="Web-{A2B9776C-6166-4E1C-806A-DB36EAF32208}" dt="2026-03-05T18:12:48.064" v="1" actId="34807"/>
          <ac:spMkLst>
            <pc:docMk/>
            <pc:sldMk cId="715001056" sldId="2587"/>
            <ac:spMk id="2" creationId="{BF3890B5-1529-59AB-EF24-97B916269FAC}"/>
          </ac:spMkLst>
        </pc:spChg>
        <pc:spChg chg="mod">
          <ac:chgData name="" userId="" providerId="" clId="Web-{A2B9776C-6166-4E1C-806A-DB36EAF32208}" dt="2026-03-05T18:12:48.064" v="1" actId="34807"/>
          <ac:spMkLst>
            <pc:docMk/>
            <pc:sldMk cId="715001056" sldId="2587"/>
            <ac:spMk id="4" creationId="{72E66146-4B91-47B1-834A-A9B7162F4766}"/>
          </ac:spMkLst>
        </pc:spChg>
        <pc:picChg chg="mod ord">
          <ac:chgData name="" userId="" providerId="" clId="Web-{A2B9776C-6166-4E1C-806A-DB36EAF32208}" dt="2026-03-05T18:12:48.064" v="1" actId="34807"/>
          <ac:picMkLst>
            <pc:docMk/>
            <pc:sldMk cId="715001056" sldId="2587"/>
            <ac:picMk id="5" creationId="{D2C51829-9EF4-49D6-980A-01618592DEFB}"/>
          </ac:picMkLst>
        </pc:picChg>
      </pc:sldChg>
      <pc:sldChg chg="modSp add mod modTransition modClrScheme addAnim chgLayout">
        <pc:chgData name="" userId="" providerId="" clId="Web-{A2B9776C-6166-4E1C-806A-DB36EAF32208}" dt="2026-03-05T18:12:48.079" v="31" actId="34807"/>
        <pc:sldMkLst>
          <pc:docMk/>
          <pc:sldMk cId="3223083613" sldId="2588"/>
        </pc:sldMkLst>
        <pc:spChg chg="mod">
          <ac:chgData name="" userId="" providerId="" clId="Web-{A2B9776C-6166-4E1C-806A-DB36EAF32208}" dt="2026-03-05T18:12:48.064" v="1" actId="34807"/>
          <ac:spMkLst>
            <pc:docMk/>
            <pc:sldMk cId="3223083613" sldId="2588"/>
            <ac:spMk id="2" creationId="{011C3164-8ED5-CE74-271E-79F737ADADC1}"/>
          </ac:spMkLst>
        </pc:spChg>
      </pc:sldChg>
      <pc:sldChg chg="modSp add mod modTransition modClrScheme addAnim chgLayout">
        <pc:chgData name="" userId="" providerId="" clId="Web-{A2B9776C-6166-4E1C-806A-DB36EAF32208}" dt="2026-03-05T18:12:48.079" v="32" actId="34807"/>
        <pc:sldMkLst>
          <pc:docMk/>
          <pc:sldMk cId="1093999959" sldId="2589"/>
        </pc:sldMkLst>
        <pc:spChg chg="mod">
          <ac:chgData name="" userId="" providerId="" clId="Web-{A2B9776C-6166-4E1C-806A-DB36EAF32208}" dt="2026-03-05T18:12:48.064" v="1" actId="34807"/>
          <ac:spMkLst>
            <pc:docMk/>
            <pc:sldMk cId="1093999959" sldId="2589"/>
            <ac:spMk id="2" creationId="{616A90B2-7BDA-E564-77F6-D8AB9E334B3E}"/>
          </ac:spMkLst>
        </pc:spChg>
        <pc:spChg chg="mod">
          <ac:chgData name="" userId="" providerId="" clId="Web-{A2B9776C-6166-4E1C-806A-DB36EAF32208}" dt="2026-03-05T18:12:48.064" v="1" actId="34807"/>
          <ac:spMkLst>
            <pc:docMk/>
            <pc:sldMk cId="1093999959" sldId="2589"/>
            <ac:spMk id="4" creationId="{000E437F-3485-AEE6-4C17-3A9F25E91D4F}"/>
          </ac:spMkLst>
        </pc:spChg>
        <pc:picChg chg="mod">
          <ac:chgData name="" userId="" providerId="" clId="Web-{A2B9776C-6166-4E1C-806A-DB36EAF32208}" dt="2026-03-05T18:12:48.064" v="1" actId="34807"/>
          <ac:picMkLst>
            <pc:docMk/>
            <pc:sldMk cId="1093999959" sldId="2589"/>
            <ac:picMk id="5" creationId="{9DB64465-5E26-47DC-B51A-973F91B5581E}"/>
          </ac:picMkLst>
        </pc:picChg>
      </pc:sldChg>
      <pc:sldChg chg="modSp add mod modTransition modClrScheme addAnim chgLayout">
        <pc:chgData name="" userId="" providerId="" clId="Web-{A2B9776C-6166-4E1C-806A-DB36EAF32208}" dt="2026-03-05T18:12:48.079" v="33" actId="34807"/>
        <pc:sldMkLst>
          <pc:docMk/>
          <pc:sldMk cId="2355242522" sldId="2590"/>
        </pc:sldMkLst>
        <pc:spChg chg="mod">
          <ac:chgData name="" userId="" providerId="" clId="Web-{A2B9776C-6166-4E1C-806A-DB36EAF32208}" dt="2026-03-05T18:12:48.064" v="1" actId="34807"/>
          <ac:spMkLst>
            <pc:docMk/>
            <pc:sldMk cId="2355242522" sldId="2590"/>
            <ac:spMk id="2" creationId="{FA455217-8669-6FD7-67DC-2576F962D587}"/>
          </ac:spMkLst>
        </pc:spChg>
        <pc:spChg chg="mod">
          <ac:chgData name="" userId="" providerId="" clId="Web-{A2B9776C-6166-4E1C-806A-DB36EAF32208}" dt="2026-03-05T18:12:48.064" v="1" actId="34807"/>
          <ac:spMkLst>
            <pc:docMk/>
            <pc:sldMk cId="2355242522" sldId="2590"/>
            <ac:spMk id="4" creationId="{43F2144C-498E-20B5-3C35-A6A76F8F35CE}"/>
          </ac:spMkLst>
        </pc:spChg>
        <pc:picChg chg="mod ord">
          <ac:chgData name="" userId="" providerId="" clId="Web-{A2B9776C-6166-4E1C-806A-DB36EAF32208}" dt="2026-03-05T18:12:48.064" v="1" actId="34807"/>
          <ac:picMkLst>
            <pc:docMk/>
            <pc:sldMk cId="2355242522" sldId="2590"/>
            <ac:picMk id="5" creationId="{1A27C9E7-8FF6-481F-8DF6-E05506BE89E9}"/>
          </ac:picMkLst>
        </pc:picChg>
      </pc:sldChg>
      <pc:sldChg chg="modSp add mod modTransition modClrScheme addAnim chgLayout">
        <pc:chgData name="" userId="" providerId="" clId="Web-{A2B9776C-6166-4E1C-806A-DB36EAF32208}" dt="2026-03-05T18:12:48.079" v="34" actId="34807"/>
        <pc:sldMkLst>
          <pc:docMk/>
          <pc:sldMk cId="1622964059" sldId="2591"/>
        </pc:sldMkLst>
        <pc:spChg chg="mod">
          <ac:chgData name="" userId="" providerId="" clId="Web-{A2B9776C-6166-4E1C-806A-DB36EAF32208}" dt="2026-03-05T18:12:48.064" v="1" actId="34807"/>
          <ac:spMkLst>
            <pc:docMk/>
            <pc:sldMk cId="1622964059" sldId="2591"/>
            <ac:spMk id="2" creationId="{B70B300F-32A6-7527-38FB-5554BCB0D561}"/>
          </ac:spMkLst>
        </pc:spChg>
      </pc:sldChg>
      <pc:sldChg chg="modSp add mod modTransition modClrScheme addAnim chgLayout">
        <pc:chgData name="" userId="" providerId="" clId="Web-{A2B9776C-6166-4E1C-806A-DB36EAF32208}" dt="2026-03-05T18:12:48.079" v="35" actId="34807"/>
        <pc:sldMkLst>
          <pc:docMk/>
          <pc:sldMk cId="1227599691" sldId="2592"/>
        </pc:sldMkLst>
        <pc:spChg chg="mod">
          <ac:chgData name="" userId="" providerId="" clId="Web-{A2B9776C-6166-4E1C-806A-DB36EAF32208}" dt="2026-03-05T18:12:48.064" v="1" actId="34807"/>
          <ac:spMkLst>
            <pc:docMk/>
            <pc:sldMk cId="1227599691" sldId="2592"/>
            <ac:spMk id="2" creationId="{D3712DA7-7E97-F921-A86C-18EC761EA39D}"/>
          </ac:spMkLst>
        </pc:spChg>
        <pc:spChg chg="mod">
          <ac:chgData name="" userId="" providerId="" clId="Web-{A2B9776C-6166-4E1C-806A-DB36EAF32208}" dt="2026-03-05T18:12:48.064" v="1" actId="34807"/>
          <ac:spMkLst>
            <pc:docMk/>
            <pc:sldMk cId="1227599691" sldId="2592"/>
            <ac:spMk id="4" creationId="{3FBC6708-5D24-5DAB-61EB-4059C7881513}"/>
          </ac:spMkLst>
        </pc:spChg>
        <pc:picChg chg="mod">
          <ac:chgData name="" userId="" providerId="" clId="Web-{A2B9776C-6166-4E1C-806A-DB36EAF32208}" dt="2026-03-05T18:12:48.064" v="1" actId="34807"/>
          <ac:picMkLst>
            <pc:docMk/>
            <pc:sldMk cId="1227599691" sldId="2592"/>
            <ac:picMk id="5" creationId="{43D544E3-48C3-4CEB-89B1-9FA82E5342FC}"/>
          </ac:picMkLst>
        </pc:picChg>
      </pc:sldChg>
      <pc:sldChg chg="modSp add mod modTransition modClrScheme addAnim chgLayout">
        <pc:chgData name="" userId="" providerId="" clId="Web-{A2B9776C-6166-4E1C-806A-DB36EAF32208}" dt="2026-03-05T18:12:48.079" v="36" actId="34807"/>
        <pc:sldMkLst>
          <pc:docMk/>
          <pc:sldMk cId="4200540582" sldId="2593"/>
        </pc:sldMkLst>
        <pc:spChg chg="mod">
          <ac:chgData name="" userId="" providerId="" clId="Web-{A2B9776C-6166-4E1C-806A-DB36EAF32208}" dt="2026-03-05T18:12:48.064" v="1" actId="34807"/>
          <ac:spMkLst>
            <pc:docMk/>
            <pc:sldMk cId="4200540582" sldId="2593"/>
            <ac:spMk id="2" creationId="{744817D2-8D7F-049D-3C18-9583AF10CB8B}"/>
          </ac:spMkLst>
        </pc:spChg>
      </pc:sldChg>
      <pc:sldChg chg="modSp add mod modTransition modClrScheme addAnim chgLayout">
        <pc:chgData name="" userId="" providerId="" clId="Web-{A2B9776C-6166-4E1C-806A-DB36EAF32208}" dt="2026-03-05T18:12:48.079" v="37" actId="34807"/>
        <pc:sldMkLst>
          <pc:docMk/>
          <pc:sldMk cId="80989551" sldId="2594"/>
        </pc:sldMkLst>
        <pc:spChg chg="mod">
          <ac:chgData name="" userId="" providerId="" clId="Web-{A2B9776C-6166-4E1C-806A-DB36EAF32208}" dt="2026-03-05T18:12:48.064" v="1" actId="34807"/>
          <ac:spMkLst>
            <pc:docMk/>
            <pc:sldMk cId="80989551" sldId="2594"/>
            <ac:spMk id="2" creationId="{5215D98E-63A0-7223-2F67-7554AA9053FE}"/>
          </ac:spMkLst>
        </pc:spChg>
        <pc:spChg chg="mod">
          <ac:chgData name="" userId="" providerId="" clId="Web-{A2B9776C-6166-4E1C-806A-DB36EAF32208}" dt="2026-03-05T18:12:48.064" v="1" actId="34807"/>
          <ac:spMkLst>
            <pc:docMk/>
            <pc:sldMk cId="80989551" sldId="2594"/>
            <ac:spMk id="4" creationId="{8412BFB0-4382-348B-334C-041032C622BF}"/>
          </ac:spMkLst>
        </pc:spChg>
        <pc:picChg chg="mod">
          <ac:chgData name="" userId="" providerId="" clId="Web-{A2B9776C-6166-4E1C-806A-DB36EAF32208}" dt="2026-03-05T18:12:48.064" v="1" actId="34807"/>
          <ac:picMkLst>
            <pc:docMk/>
            <pc:sldMk cId="80989551" sldId="2594"/>
            <ac:picMk id="5" creationId="{B79855CC-ED21-4C76-A781-BCDA5D87B300}"/>
          </ac:picMkLst>
        </pc:picChg>
      </pc:sldChg>
      <pc:sldChg chg="modSp add mod modTransition modClrScheme addAnim chgLayout">
        <pc:chgData name="" userId="" providerId="" clId="Web-{A2B9776C-6166-4E1C-806A-DB36EAF32208}" dt="2026-03-05T18:12:48.079" v="38" actId="34807"/>
        <pc:sldMkLst>
          <pc:docMk/>
          <pc:sldMk cId="2945857185" sldId="2595"/>
        </pc:sldMkLst>
        <pc:spChg chg="mod">
          <ac:chgData name="" userId="" providerId="" clId="Web-{A2B9776C-6166-4E1C-806A-DB36EAF32208}" dt="2026-03-05T18:12:48.064" v="1" actId="34807"/>
          <ac:spMkLst>
            <pc:docMk/>
            <pc:sldMk cId="2945857185" sldId="2595"/>
            <ac:spMk id="2" creationId="{78A956EE-BBEA-55C4-89D1-6304B895F426}"/>
          </ac:spMkLst>
        </pc:spChg>
      </pc:sldChg>
      <pc:sldChg chg="modSp add mod modTransition modClrScheme addAnim chgLayout">
        <pc:chgData name="" userId="" providerId="" clId="Web-{A2B9776C-6166-4E1C-806A-DB36EAF32208}" dt="2026-03-05T18:12:48.079" v="39" actId="34807"/>
        <pc:sldMkLst>
          <pc:docMk/>
          <pc:sldMk cId="4283926183" sldId="2596"/>
        </pc:sldMkLst>
        <pc:spChg chg="mod">
          <ac:chgData name="" userId="" providerId="" clId="Web-{A2B9776C-6166-4E1C-806A-DB36EAF32208}" dt="2026-03-05T18:12:48.064" v="1" actId="34807"/>
          <ac:spMkLst>
            <pc:docMk/>
            <pc:sldMk cId="4283926183" sldId="2596"/>
            <ac:spMk id="2" creationId="{827E3CBA-D403-5BB1-DFFA-B5475519E818}"/>
          </ac:spMkLst>
        </pc:spChg>
        <pc:spChg chg="mod">
          <ac:chgData name="" userId="" providerId="" clId="Web-{A2B9776C-6166-4E1C-806A-DB36EAF32208}" dt="2026-03-05T18:12:48.064" v="1" actId="34807"/>
          <ac:spMkLst>
            <pc:docMk/>
            <pc:sldMk cId="4283926183" sldId="2596"/>
            <ac:spMk id="4" creationId="{48A68FC3-826E-2310-CD35-6B957644230A}"/>
          </ac:spMkLst>
        </pc:spChg>
        <pc:picChg chg="mod">
          <ac:chgData name="" userId="" providerId="" clId="Web-{A2B9776C-6166-4E1C-806A-DB36EAF32208}" dt="2026-03-05T18:12:48.064" v="1" actId="34807"/>
          <ac:picMkLst>
            <pc:docMk/>
            <pc:sldMk cId="4283926183" sldId="2596"/>
            <ac:picMk id="5" creationId="{0957CED9-94F3-4A62-84C5-9AC39A7D4EF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2D92D-4C58-458C-927A-F0BEA3838782}"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3B1E9-4097-46EC-A95C-50DA1D05B817}" type="slidenum">
              <a:rPr lang="en-US" smtClean="0"/>
              <a:t>‹#›</a:t>
            </a:fld>
            <a:endParaRPr lang="en-US"/>
          </a:p>
        </p:txBody>
      </p:sp>
    </p:spTree>
    <p:extLst>
      <p:ext uri="{BB962C8B-B14F-4D97-AF65-F5344CB8AC3E}">
        <p14:creationId xmlns:p14="http://schemas.microsoft.com/office/powerpoint/2010/main" val="71508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F33B1E9-4097-46EC-A95C-50DA1D05B817}" type="slidenum">
              <a:rPr lang="en-US" smtClean="0"/>
              <a:t>1</a:t>
            </a:fld>
            <a:endParaRPr lang="en-US"/>
          </a:p>
        </p:txBody>
      </p:sp>
    </p:spTree>
    <p:extLst>
      <p:ext uri="{BB962C8B-B14F-4D97-AF65-F5344CB8AC3E}">
        <p14:creationId xmlns:p14="http://schemas.microsoft.com/office/powerpoint/2010/main" val="2477318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Workshop Title Slide</a:t>
            </a:r>
          </a:p>
        </p:txBody>
      </p:sp>
      <p:sp>
        <p:nvSpPr>
          <p:cNvPr id="4" name="Slide Number Placeholder 3"/>
          <p:cNvSpPr>
            <a:spLocks noGrp="1"/>
          </p:cNvSpPr>
          <p:nvPr>
            <p:ph type="sldNum" sz="quarter" idx="5"/>
          </p:nvPr>
        </p:nvSpPr>
        <p:spPr/>
        <p:txBody>
          <a:bodyPr/>
          <a:lstStyle/>
          <a:p>
            <a:fld id="{CF33B1E9-4097-46EC-A95C-50DA1D05B817}" type="slidenum">
              <a:rPr lang="en-US" smtClean="0"/>
              <a:t>2</a:t>
            </a:fld>
            <a:endParaRPr lang="en-US"/>
          </a:p>
        </p:txBody>
      </p:sp>
    </p:spTree>
    <p:extLst>
      <p:ext uri="{BB962C8B-B14F-4D97-AF65-F5344CB8AC3E}">
        <p14:creationId xmlns:p14="http://schemas.microsoft.com/office/powerpoint/2010/main" val="3084844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participants to the Week 7 workshop titled “Interview Performance and Handling Difficult Questions,” designed specifically for adult learners preparing for entry-level IT, cybersecurity, and help desk roles. The title slide sets the tone for a modern and engaging learning experience by presenting a clean, professional visual layout that mirrors real-world workplace expectations. It is important that students immediately recognize that interviews in IT and cybersecurity require not only technical knowledge but also strong communication and problem‑solving abilities. This slide therefore serves as a psychological entry point—helping students shift into a professional mindset as soon as the workshop begins. A strong visual design helps establish credibility, signals that the session will be structured and thoughtful, and reduces anxiety by providing clarity on what they are about to learn. In addition to title text, this slide may feature relevant professional imagery—such as icons representing communication, security, or technology—to align with the IT‑focused audience. The instructor can use this introduction to welcome the group, frame the importance of interview preparation, and preview the interactive, practical nature of the workshop. Students should be encouraged to view interviews not as tests to fear but as opportunities to demonstrate their potential and personal growth. This orientation supports adult learners who may be returning to education or transitioning careers, reminding them that preparation and confidence are powerful tools in navigating the hiring process.</a:t>
            </a:r>
          </a:p>
        </p:txBody>
      </p:sp>
      <p:sp>
        <p:nvSpPr>
          <p:cNvPr id="4" name="Slide Number Placeholder 3"/>
          <p:cNvSpPr>
            <a:spLocks noGrp="1"/>
          </p:cNvSpPr>
          <p:nvPr>
            <p:ph type="sldNum" sz="quarter" idx="5"/>
          </p:nvPr>
        </p:nvSpPr>
        <p:spPr/>
        <p:txBody>
          <a:bodyPr/>
          <a:lstStyle/>
          <a:p>
            <a:fld id="{CF33B1E9-4097-46EC-A95C-50DA1D05B817}" type="slidenum">
              <a:rPr lang="en-US" smtClean="0"/>
              <a:t>3</a:t>
            </a:fld>
            <a:endParaRPr lang="en-US"/>
          </a:p>
        </p:txBody>
      </p:sp>
    </p:spTree>
    <p:extLst>
      <p:ext uri="{BB962C8B-B14F-4D97-AF65-F5344CB8AC3E}">
        <p14:creationId xmlns:p14="http://schemas.microsoft.com/office/powerpoint/2010/main" val="724247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Overview</a:t>
            </a:r>
          </a:p>
        </p:txBody>
      </p:sp>
      <p:sp>
        <p:nvSpPr>
          <p:cNvPr id="4" name="Slide Number Placeholder 3"/>
          <p:cNvSpPr>
            <a:spLocks noGrp="1"/>
          </p:cNvSpPr>
          <p:nvPr>
            <p:ph type="sldNum" sz="quarter" idx="5"/>
          </p:nvPr>
        </p:nvSpPr>
        <p:spPr/>
        <p:txBody>
          <a:bodyPr/>
          <a:lstStyle/>
          <a:p>
            <a:fld id="{CF33B1E9-4097-46EC-A95C-50DA1D05B817}" type="slidenum">
              <a:rPr lang="en-US" smtClean="0"/>
              <a:t>4</a:t>
            </a:fld>
            <a:endParaRPr lang="en-US"/>
          </a:p>
        </p:txBody>
      </p:sp>
    </p:spTree>
    <p:extLst>
      <p:ext uri="{BB962C8B-B14F-4D97-AF65-F5344CB8AC3E}">
        <p14:creationId xmlns:p14="http://schemas.microsoft.com/office/powerpoint/2010/main" val="3413094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agenda slide outlines the full structure of the workshop so learners can understand how each component contributes to their interview readiness. It introduces key areas such as why interviews matter, what hiring managers look for in entry‑level IT and cybersecurity roles, and how behavioral interviews help employers evaluate transferable skills. This slide highlights that the STAR method will serve as an anchor framework throughout the workshop, ensuring consistent practice and application. Learners will also see that they will build a story bank, learn how to translate previous non‑IT experience into the language of technical roles, and explore strategies for explaining career pivots and employment gaps. By previewing sections dedicated to answering strengths‑and‑weaknesses questions, discussing failures, and reviewing a structured interview preparation checklist, students gain reassurance that the workshop will cover real, common, and sometimes difficult interview scenarios. The agenda also emphasizes that the workshop includes an interactive practice activity, which helps adult learners stay engaged and gives them the opportunity to rehearse their responses in a supportive environment. Finally, the workshop closes with key takeaways and a motivational message to help participants leave feeling empowered and capable. Presenting the agenda visually—with icons or section dividers—helps reduce cognitive overload and ensures learners understand the flow of material before diving into details.</a:t>
            </a:r>
          </a:p>
        </p:txBody>
      </p:sp>
      <p:sp>
        <p:nvSpPr>
          <p:cNvPr id="4" name="Slide Number Placeholder 3"/>
          <p:cNvSpPr>
            <a:spLocks noGrp="1"/>
          </p:cNvSpPr>
          <p:nvPr>
            <p:ph type="sldNum" sz="quarter" idx="5"/>
          </p:nvPr>
        </p:nvSpPr>
        <p:spPr/>
        <p:txBody>
          <a:bodyPr/>
          <a:lstStyle/>
          <a:p>
            <a:fld id="{CF33B1E9-4097-46EC-A95C-50DA1D05B817}" type="slidenum">
              <a:rPr lang="en-US" smtClean="0"/>
              <a:t>5</a:t>
            </a:fld>
            <a:endParaRPr lang="en-US"/>
          </a:p>
        </p:txBody>
      </p:sp>
    </p:spTree>
    <p:extLst>
      <p:ext uri="{BB962C8B-B14F-4D97-AF65-F5344CB8AC3E}">
        <p14:creationId xmlns:p14="http://schemas.microsoft.com/office/powerpoint/2010/main" val="2266363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Interviews Matter</a:t>
            </a:r>
          </a:p>
        </p:txBody>
      </p:sp>
      <p:sp>
        <p:nvSpPr>
          <p:cNvPr id="4" name="Slide Number Placeholder 3"/>
          <p:cNvSpPr>
            <a:spLocks noGrp="1"/>
          </p:cNvSpPr>
          <p:nvPr>
            <p:ph type="sldNum" sz="quarter" idx="5"/>
          </p:nvPr>
        </p:nvSpPr>
        <p:spPr/>
        <p:txBody>
          <a:bodyPr/>
          <a:lstStyle/>
          <a:p>
            <a:fld id="{CF33B1E9-4097-46EC-A95C-50DA1D05B817}" type="slidenum">
              <a:rPr lang="en-US" smtClean="0"/>
              <a:t>6</a:t>
            </a:fld>
            <a:endParaRPr lang="en-US"/>
          </a:p>
        </p:txBody>
      </p:sp>
    </p:spTree>
    <p:extLst>
      <p:ext uri="{BB962C8B-B14F-4D97-AF65-F5344CB8AC3E}">
        <p14:creationId xmlns:p14="http://schemas.microsoft.com/office/powerpoint/2010/main" val="851373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emphasizes that interviews serve as more than a technical assessment—they help employers determine whether candidates can communicate clearly, problem‑solve effectively, and handle common workplace scenarios found in IT and cybersecurity environments. Employers rely on interviews to evaluate reliability, professionalism, and the ability to stay calm under pressure, which are essential traits for help desk and IT support roles where users often need immediate and empathetic assistance. The slide reinforces that technical knowledge alone rarely secures a job offer; instead, employers want to see how candidates behave, how they approach troubleshooting, and whether they can interact with both technical and non‑technical users. It highlights that interviews provide insight into how a candidate might fit within a team, respond to difficult questions, and maintain accountability when something goes wrong—a critical skill in cybersecurity, where mistakes can have serious consequences. This slide may use visuals such as communication icons, reliability symbols, or a simple diagram showing the overlap between technical skills and soft skills. The instructor can use these points to remind learners that they should view interviews as conversations that allow them to demonstrate their potential rather than exams designed to expose their weaknesses. Adult learners benefit from reframing interviews this way, especially those returning to the workforce or transitioning into IT from non‑technical fields.</a:t>
            </a:r>
          </a:p>
        </p:txBody>
      </p:sp>
      <p:sp>
        <p:nvSpPr>
          <p:cNvPr id="4" name="Slide Number Placeholder 3"/>
          <p:cNvSpPr>
            <a:spLocks noGrp="1"/>
          </p:cNvSpPr>
          <p:nvPr>
            <p:ph type="sldNum" sz="quarter" idx="5"/>
          </p:nvPr>
        </p:nvSpPr>
        <p:spPr/>
        <p:txBody>
          <a:bodyPr/>
          <a:lstStyle/>
          <a:p>
            <a:fld id="{CF33B1E9-4097-46EC-A95C-50DA1D05B817}" type="slidenum">
              <a:rPr lang="en-US" smtClean="0"/>
              <a:t>7</a:t>
            </a:fld>
            <a:endParaRPr lang="en-US"/>
          </a:p>
        </p:txBody>
      </p:sp>
    </p:spTree>
    <p:extLst>
      <p:ext uri="{BB962C8B-B14F-4D97-AF65-F5344CB8AC3E}">
        <p14:creationId xmlns:p14="http://schemas.microsoft.com/office/powerpoint/2010/main" val="3245406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Traits Hiring Managers Look For</a:t>
            </a:r>
          </a:p>
        </p:txBody>
      </p:sp>
      <p:sp>
        <p:nvSpPr>
          <p:cNvPr id="4" name="Slide Number Placeholder 3"/>
          <p:cNvSpPr>
            <a:spLocks noGrp="1"/>
          </p:cNvSpPr>
          <p:nvPr>
            <p:ph type="sldNum" sz="quarter" idx="5"/>
          </p:nvPr>
        </p:nvSpPr>
        <p:spPr/>
        <p:txBody>
          <a:bodyPr/>
          <a:lstStyle/>
          <a:p>
            <a:fld id="{CF33B1E9-4097-46EC-A95C-50DA1D05B817}" type="slidenum">
              <a:rPr lang="en-US" smtClean="0"/>
              <a:t>8</a:t>
            </a:fld>
            <a:endParaRPr lang="en-US"/>
          </a:p>
        </p:txBody>
      </p:sp>
    </p:spTree>
    <p:extLst>
      <p:ext uri="{BB962C8B-B14F-4D97-AF65-F5344CB8AC3E}">
        <p14:creationId xmlns:p14="http://schemas.microsoft.com/office/powerpoint/2010/main" val="2558565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top traits hiring managers consistently evaluate when interviewing entry‑level IT and cybersecurity candidates. Communication is highlighted as essential because IT professionals must explain technical issues in clear, user‑friendly language. Problem‑solving is equally important since roles like help desk technician or junior cybersecurity analyst require structured troubleshooting, careful documentation, and pattern recognition. Teamwork is emphasized because IT environments involve collaboration with system administrators, network engineers, and security teams; new hires must demonstrate their ability to work well with others, ask questions effectively, and escalate issues appropriately. Reliability is foundational—employers want candidates who show up on time, follow procedures, and handle sensitive information responsibly, a necessity in cybersecurity roles that involve monitoring access and responding to alerts. Finally, transferable skills are discussed, reinforcing that experience from fields such as retail or logistics often builds customer service, time management, and conflict resolution abilities that directly support IT responsibilities. This slide can present each trait with corresponding icons for visual clarity. The instructor may discuss examples such as how a help desk analyst must communicate calmly with frustrated users or how cybersecurity analysts rely on teamwork to coordinate incident response. These examples help learners connect their life experience to employer expectations.</a:t>
            </a:r>
          </a:p>
        </p:txBody>
      </p:sp>
      <p:sp>
        <p:nvSpPr>
          <p:cNvPr id="4" name="Slide Number Placeholder 3"/>
          <p:cNvSpPr>
            <a:spLocks noGrp="1"/>
          </p:cNvSpPr>
          <p:nvPr>
            <p:ph type="sldNum" sz="quarter" idx="5"/>
          </p:nvPr>
        </p:nvSpPr>
        <p:spPr/>
        <p:txBody>
          <a:bodyPr/>
          <a:lstStyle/>
          <a:p>
            <a:fld id="{CF33B1E9-4097-46EC-A95C-50DA1D05B817}" type="slidenum">
              <a:rPr lang="en-US" smtClean="0"/>
              <a:t>9</a:t>
            </a:fld>
            <a:endParaRPr lang="en-US"/>
          </a:p>
        </p:txBody>
      </p:sp>
    </p:spTree>
    <p:extLst>
      <p:ext uri="{BB962C8B-B14F-4D97-AF65-F5344CB8AC3E}">
        <p14:creationId xmlns:p14="http://schemas.microsoft.com/office/powerpoint/2010/main" val="2153018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Behavioral Interviews Explained</a:t>
            </a:r>
          </a:p>
        </p:txBody>
      </p:sp>
      <p:sp>
        <p:nvSpPr>
          <p:cNvPr id="4" name="Slide Number Placeholder 3"/>
          <p:cNvSpPr>
            <a:spLocks noGrp="1"/>
          </p:cNvSpPr>
          <p:nvPr>
            <p:ph type="sldNum" sz="quarter" idx="5"/>
          </p:nvPr>
        </p:nvSpPr>
        <p:spPr/>
        <p:txBody>
          <a:bodyPr/>
          <a:lstStyle/>
          <a:p>
            <a:fld id="{CF33B1E9-4097-46EC-A95C-50DA1D05B817}" type="slidenum">
              <a:rPr lang="en-US" smtClean="0"/>
              <a:t>10</a:t>
            </a:fld>
            <a:endParaRPr lang="en-US"/>
          </a:p>
        </p:txBody>
      </p:sp>
    </p:spTree>
    <p:extLst>
      <p:ext uri="{BB962C8B-B14F-4D97-AF65-F5344CB8AC3E}">
        <p14:creationId xmlns:p14="http://schemas.microsoft.com/office/powerpoint/2010/main" val="1097878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purpose of this slide is to explain why behavioral interviews are widely used across IT and cybersecurity hiring processes. Behavioral questions focus on past experiences because employers believe that previous behavior is a strong indicator of how candidates will respond to similar challenges in the future. For example, help desk roles often require managing multiple tickets at once, so interviewers may ask candidates to describe a time they handled competing priorities under pressure. This allows the employer to assess both stress management and organizational skills. In cybersecurity roles, behavioral questions help identify whether candidates have demonstrated accountability, discretion, or a commitment to learning—traits critical in environments where threat landscapes evolve rapidly. The slide should include visuals that differentiate behavioral questions from traditional technical or hypothetical ones. It can also highlight that behavioral interviews aim to evaluate soft skills, decision‑making processes, and communication style rather than raw technical ability. Adult learners may find behavioral interviews less intimidating once they understand that the goal is to tell structured stories rather than produce perfect answers. The instructor can remind students that even if they lack direct IT experience, behavioral interviews allow them to show work ethic, adaptability, and problem‑solving based on past roles.</a:t>
            </a:r>
          </a:p>
        </p:txBody>
      </p:sp>
      <p:sp>
        <p:nvSpPr>
          <p:cNvPr id="4" name="Slide Number Placeholder 3"/>
          <p:cNvSpPr>
            <a:spLocks noGrp="1"/>
          </p:cNvSpPr>
          <p:nvPr>
            <p:ph type="sldNum" sz="quarter" idx="5"/>
          </p:nvPr>
        </p:nvSpPr>
        <p:spPr/>
        <p:txBody>
          <a:bodyPr/>
          <a:lstStyle/>
          <a:p>
            <a:fld id="{CF33B1E9-4097-46EC-A95C-50DA1D05B817}" type="slidenum">
              <a:rPr lang="en-US" smtClean="0"/>
              <a:t>11</a:t>
            </a:fld>
            <a:endParaRPr lang="en-US"/>
          </a:p>
        </p:txBody>
      </p:sp>
    </p:spTree>
    <p:extLst>
      <p:ext uri="{BB962C8B-B14F-4D97-AF65-F5344CB8AC3E}">
        <p14:creationId xmlns:p14="http://schemas.microsoft.com/office/powerpoint/2010/main" val="5633029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 Method Framework</a:t>
            </a:r>
          </a:p>
        </p:txBody>
      </p:sp>
      <p:sp>
        <p:nvSpPr>
          <p:cNvPr id="4" name="Slide Number Placeholder 3"/>
          <p:cNvSpPr>
            <a:spLocks noGrp="1"/>
          </p:cNvSpPr>
          <p:nvPr>
            <p:ph type="sldNum" sz="quarter" idx="5"/>
          </p:nvPr>
        </p:nvSpPr>
        <p:spPr/>
        <p:txBody>
          <a:bodyPr/>
          <a:lstStyle/>
          <a:p>
            <a:fld id="{CF33B1E9-4097-46EC-A95C-50DA1D05B817}" type="slidenum">
              <a:rPr lang="en-US" smtClean="0"/>
              <a:t>12</a:t>
            </a:fld>
            <a:endParaRPr lang="en-US"/>
          </a:p>
        </p:txBody>
      </p:sp>
    </p:spTree>
    <p:extLst>
      <p:ext uri="{BB962C8B-B14F-4D97-AF65-F5344CB8AC3E}">
        <p14:creationId xmlns:p14="http://schemas.microsoft.com/office/powerpoint/2010/main" val="318703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STAR method—Situation, Task, Action, Result—as a structured framework for answering behavioral interview questions clearly and confidently. Situation refers to setting the context of the story, such as a user support challenge from a previous job. Task defines the goal or responsibility the learner had in that scenario. Action explains the steps taken to resolve the issue, which is often the most important part for hiring managers because it demonstrates thought process and troubleshooting skills. Result describes the outcome, ideally quantified or articulated in a measurable way. The slide should use a visual diagram showing the four components connected in a flow, helping learners see how the STAR method guides them through a complete and compelling narrative. This structure is particularly valuable for adult learners who may otherwise provide long, unfocused answers. The STAR method helps ensure responses are concise, relevant, and highlight problem‑solving abilities. In IT and cybersecurity roles, using STAR helps candidates articulate steps such as diagnosing system issues, communicating updates to users, escalating appropriately, or implementing security protocols. The instructor can reinforce that STAR responses don’t need to be perfect—they simply need to be clear and demonstrate capability.</a:t>
            </a:r>
          </a:p>
        </p:txBody>
      </p:sp>
      <p:sp>
        <p:nvSpPr>
          <p:cNvPr id="4" name="Slide Number Placeholder 3"/>
          <p:cNvSpPr>
            <a:spLocks noGrp="1"/>
          </p:cNvSpPr>
          <p:nvPr>
            <p:ph type="sldNum" sz="quarter" idx="5"/>
          </p:nvPr>
        </p:nvSpPr>
        <p:spPr/>
        <p:txBody>
          <a:bodyPr/>
          <a:lstStyle/>
          <a:p>
            <a:fld id="{CF33B1E9-4097-46EC-A95C-50DA1D05B817}" type="slidenum">
              <a:rPr lang="en-US" smtClean="0"/>
              <a:t>13</a:t>
            </a:fld>
            <a:endParaRPr lang="en-US"/>
          </a:p>
        </p:txBody>
      </p:sp>
    </p:spTree>
    <p:extLst>
      <p:ext uri="{BB962C8B-B14F-4D97-AF65-F5344CB8AC3E}">
        <p14:creationId xmlns:p14="http://schemas.microsoft.com/office/powerpoint/2010/main" val="572633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 Method Example</a:t>
            </a:r>
          </a:p>
        </p:txBody>
      </p:sp>
      <p:sp>
        <p:nvSpPr>
          <p:cNvPr id="4" name="Slide Number Placeholder 3"/>
          <p:cNvSpPr>
            <a:spLocks noGrp="1"/>
          </p:cNvSpPr>
          <p:nvPr>
            <p:ph type="sldNum" sz="quarter" idx="5"/>
          </p:nvPr>
        </p:nvSpPr>
        <p:spPr/>
        <p:txBody>
          <a:bodyPr/>
          <a:lstStyle/>
          <a:p>
            <a:fld id="{CF33B1E9-4097-46EC-A95C-50DA1D05B817}" type="slidenum">
              <a:rPr lang="en-US" smtClean="0"/>
              <a:t>14</a:t>
            </a:fld>
            <a:endParaRPr lang="en-US"/>
          </a:p>
        </p:txBody>
      </p:sp>
    </p:spTree>
    <p:extLst>
      <p:ext uri="{BB962C8B-B14F-4D97-AF65-F5344CB8AC3E}">
        <p14:creationId xmlns:p14="http://schemas.microsoft.com/office/powerpoint/2010/main" val="2278914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 practical STAR example tailored to an entry‑level IT support role so learners can visualize how the framework works. The example might describe a time when a user could not access a critical application. The Situation might involve a busy support environment with multiple tickets pending. The Task could be to restore user access quickly while maintaining communication. The Action would detail steps such as verifying credentials, checking group policy settings, resetting the account, documenting actions, and following up with the user—all essential components of IT troubleshooting. The Result might highlight how the user regained access promptly, productivity was restored, and the candidate received positive feedback from a supervisor. Presenting a realistic example helps learners understand the depth and detail expected in a strong STAR response. It also demonstrates that even simple tasks—like resolving login issues—can showcase problem‑solving, communication, and customer service skills. Adult learners who worry they lack “big” stories benefit from seeing that everyday experiences can be powerful interview examples when structured effectively. The instructor can encourage students to take notes and begin thinking of their own similar support scenarios or transferable experiences.</a:t>
            </a:r>
          </a:p>
        </p:txBody>
      </p:sp>
      <p:sp>
        <p:nvSpPr>
          <p:cNvPr id="4" name="Slide Number Placeholder 3"/>
          <p:cNvSpPr>
            <a:spLocks noGrp="1"/>
          </p:cNvSpPr>
          <p:nvPr>
            <p:ph type="sldNum" sz="quarter" idx="5"/>
          </p:nvPr>
        </p:nvSpPr>
        <p:spPr/>
        <p:txBody>
          <a:bodyPr/>
          <a:lstStyle/>
          <a:p>
            <a:fld id="{CF33B1E9-4097-46EC-A95C-50DA1D05B817}" type="slidenum">
              <a:rPr lang="en-US" smtClean="0"/>
              <a:t>15</a:t>
            </a:fld>
            <a:endParaRPr lang="en-US"/>
          </a:p>
        </p:txBody>
      </p:sp>
    </p:spTree>
    <p:extLst>
      <p:ext uri="{BB962C8B-B14F-4D97-AF65-F5344CB8AC3E}">
        <p14:creationId xmlns:p14="http://schemas.microsoft.com/office/powerpoint/2010/main" val="15580976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a Story Bank</a:t>
            </a:r>
          </a:p>
        </p:txBody>
      </p:sp>
      <p:sp>
        <p:nvSpPr>
          <p:cNvPr id="4" name="Slide Number Placeholder 3"/>
          <p:cNvSpPr>
            <a:spLocks noGrp="1"/>
          </p:cNvSpPr>
          <p:nvPr>
            <p:ph type="sldNum" sz="quarter" idx="5"/>
          </p:nvPr>
        </p:nvSpPr>
        <p:spPr/>
        <p:txBody>
          <a:bodyPr/>
          <a:lstStyle/>
          <a:p>
            <a:fld id="{CF33B1E9-4097-46EC-A95C-50DA1D05B817}" type="slidenum">
              <a:rPr lang="en-US" smtClean="0"/>
              <a:t>16</a:t>
            </a:fld>
            <a:endParaRPr lang="en-US"/>
          </a:p>
        </p:txBody>
      </p:sp>
    </p:spTree>
    <p:extLst>
      <p:ext uri="{BB962C8B-B14F-4D97-AF65-F5344CB8AC3E}">
        <p14:creationId xmlns:p14="http://schemas.microsoft.com/office/powerpoint/2010/main" val="2963058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emphasizes the value of building a personal story bank—three to five structured examples that candidates can adapt to various behavioral questions. A story bank helps learners feel prepared, reduces interview anxiety, and ensures they have meaningful experiences ready to share, even if those experiences come from non‑IT jobs. Stories can include times when learners resolved a conflict, helped a difficult customer, solved a technical or logistical issue, or adapted to a sudden change in priorities. This slide encourages students to categorize stories by themes such as teamwork, problem‑solving, communication, and reliability. The instructor may also remind learners that a single story can be reshaped to answer multiple questions. For instance, a customer service challenge from retail can be used for questions about conflict resolution, handling pressure, or going above and beyond. Encouraging learners to maintain their story bank in digital notes or a written journal helps them refine their narratives over time. By visually expressing this concept—perhaps through a folder or toolbox icon—the slide reinforces that story preparation is a long‑term investment in interview success rather than a one‑time exercise.</a:t>
            </a:r>
          </a:p>
        </p:txBody>
      </p:sp>
      <p:sp>
        <p:nvSpPr>
          <p:cNvPr id="4" name="Slide Number Placeholder 3"/>
          <p:cNvSpPr>
            <a:spLocks noGrp="1"/>
          </p:cNvSpPr>
          <p:nvPr>
            <p:ph type="sldNum" sz="quarter" idx="5"/>
          </p:nvPr>
        </p:nvSpPr>
        <p:spPr/>
        <p:txBody>
          <a:bodyPr/>
          <a:lstStyle/>
          <a:p>
            <a:fld id="{CF33B1E9-4097-46EC-A95C-50DA1D05B817}" type="slidenum">
              <a:rPr lang="en-US" smtClean="0"/>
              <a:t>17</a:t>
            </a:fld>
            <a:endParaRPr lang="en-US"/>
          </a:p>
        </p:txBody>
      </p:sp>
    </p:spTree>
    <p:extLst>
      <p:ext uri="{BB962C8B-B14F-4D97-AF65-F5344CB8AC3E}">
        <p14:creationId xmlns:p14="http://schemas.microsoft.com/office/powerpoint/2010/main" val="17092735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Translating Non‑IT Experience</a:t>
            </a:r>
          </a:p>
        </p:txBody>
      </p:sp>
      <p:sp>
        <p:nvSpPr>
          <p:cNvPr id="4" name="Slide Number Placeholder 3"/>
          <p:cNvSpPr>
            <a:spLocks noGrp="1"/>
          </p:cNvSpPr>
          <p:nvPr>
            <p:ph type="sldNum" sz="quarter" idx="5"/>
          </p:nvPr>
        </p:nvSpPr>
        <p:spPr/>
        <p:txBody>
          <a:bodyPr/>
          <a:lstStyle/>
          <a:p>
            <a:fld id="{CF33B1E9-4097-46EC-A95C-50DA1D05B817}" type="slidenum">
              <a:rPr lang="en-US" smtClean="0"/>
              <a:t>18</a:t>
            </a:fld>
            <a:endParaRPr lang="en-US"/>
          </a:p>
        </p:txBody>
      </p:sp>
    </p:spTree>
    <p:extLst>
      <p:ext uri="{BB962C8B-B14F-4D97-AF65-F5344CB8AC3E}">
        <p14:creationId xmlns:p14="http://schemas.microsoft.com/office/powerpoint/2010/main" val="26342048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explains how learners can translate experience from fields like retail, logistics, military service, or customer support into the language of IT and cybersecurity roles. Many adult learners underestimate how valuable their past experience is; this slide helps reframe that mindset. Retail roles build customer service, patience, and communication—skills essential for help desk and Tier 1 support positions. Logistics roles develop process orientation, documentation habits, and familiarity with systems thinking. Military experience can demonstrate discipline, adherence to procedures, teamwork, and comfort with high‑pressure environments—attributes appreciated in security operations roles. Customer support backgrounds often align directly with troubleshooting workflows, conflict resolution, and empathy for end users. This slide encourages learners to identify the core skill in their past experience and map it to IT responsibilities such as ticket management, user communication, escalation paths, or incident prevention. Visuals may include side‑by‑side icons showing a past skill paired with an equivalent IT skill. The instructor can guide students through short prompts to help them rewrite their experience in IT‑appropriate terminology.</a:t>
            </a:r>
          </a:p>
        </p:txBody>
      </p:sp>
      <p:sp>
        <p:nvSpPr>
          <p:cNvPr id="4" name="Slide Number Placeholder 3"/>
          <p:cNvSpPr>
            <a:spLocks noGrp="1"/>
          </p:cNvSpPr>
          <p:nvPr>
            <p:ph type="sldNum" sz="quarter" idx="5"/>
          </p:nvPr>
        </p:nvSpPr>
        <p:spPr/>
        <p:txBody>
          <a:bodyPr/>
          <a:lstStyle/>
          <a:p>
            <a:fld id="{CF33B1E9-4097-46EC-A95C-50DA1D05B817}" type="slidenum">
              <a:rPr lang="en-US" smtClean="0"/>
              <a:t>19</a:t>
            </a:fld>
            <a:endParaRPr lang="en-US"/>
          </a:p>
        </p:txBody>
      </p:sp>
    </p:spTree>
    <p:extLst>
      <p:ext uri="{BB962C8B-B14F-4D97-AF65-F5344CB8AC3E}">
        <p14:creationId xmlns:p14="http://schemas.microsoft.com/office/powerpoint/2010/main" val="3442273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Explaining Career Pivots</a:t>
            </a:r>
          </a:p>
        </p:txBody>
      </p:sp>
      <p:sp>
        <p:nvSpPr>
          <p:cNvPr id="4" name="Slide Number Placeholder 3"/>
          <p:cNvSpPr>
            <a:spLocks noGrp="1"/>
          </p:cNvSpPr>
          <p:nvPr>
            <p:ph type="sldNum" sz="quarter" idx="5"/>
          </p:nvPr>
        </p:nvSpPr>
        <p:spPr/>
        <p:txBody>
          <a:bodyPr/>
          <a:lstStyle/>
          <a:p>
            <a:fld id="{CF33B1E9-4097-46EC-A95C-50DA1D05B817}" type="slidenum">
              <a:rPr lang="en-US" smtClean="0"/>
              <a:t>20</a:t>
            </a:fld>
            <a:endParaRPr lang="en-US"/>
          </a:p>
        </p:txBody>
      </p:sp>
    </p:spTree>
    <p:extLst>
      <p:ext uri="{BB962C8B-B14F-4D97-AF65-F5344CB8AC3E}">
        <p14:creationId xmlns:p14="http://schemas.microsoft.com/office/powerpoint/2010/main" val="8646385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helps learners understand how to frame career pivots positively during interviews. Many adult learners transitioning into IT worry that their non‑technical backgrounds may appear inconsistent, but employers increasingly value diverse career paths when candidates can articulate their reasoning clearly. The slide explains that candidates should focus on motivations such as interest in technology, desire for stable career growth, curiosity about cybersecurity, or previous informal troubleshooting experience. It also encourages emphasizing proactive steps taken—such as pursuing certifications, completing training programs, or hands‑on labs—to demonstrate commitment. A successful pivot explanation connects past strengths with future goals, showing that the transition is intentional and well‑planned. Visual elements may include arrows or pathway graphics to symbolize career direction. The instructor can model sample pivot statements and help learners craft their own concise narrative. The goal is not to justify past decisions but to show clarity, self‑awareness, and forward momentum.</a:t>
            </a:r>
          </a:p>
        </p:txBody>
      </p:sp>
      <p:sp>
        <p:nvSpPr>
          <p:cNvPr id="4" name="Slide Number Placeholder 3"/>
          <p:cNvSpPr>
            <a:spLocks noGrp="1"/>
          </p:cNvSpPr>
          <p:nvPr>
            <p:ph type="sldNum" sz="quarter" idx="5"/>
          </p:nvPr>
        </p:nvSpPr>
        <p:spPr/>
        <p:txBody>
          <a:bodyPr/>
          <a:lstStyle/>
          <a:p>
            <a:fld id="{CF33B1E9-4097-46EC-A95C-50DA1D05B817}" type="slidenum">
              <a:rPr lang="en-US" smtClean="0"/>
              <a:t>21</a:t>
            </a:fld>
            <a:endParaRPr lang="en-US"/>
          </a:p>
        </p:txBody>
      </p:sp>
    </p:spTree>
    <p:extLst>
      <p:ext uri="{BB962C8B-B14F-4D97-AF65-F5344CB8AC3E}">
        <p14:creationId xmlns:p14="http://schemas.microsoft.com/office/powerpoint/2010/main" val="28875525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Explaining Employment Gaps</a:t>
            </a:r>
          </a:p>
        </p:txBody>
      </p:sp>
      <p:sp>
        <p:nvSpPr>
          <p:cNvPr id="4" name="Slide Number Placeholder 3"/>
          <p:cNvSpPr>
            <a:spLocks noGrp="1"/>
          </p:cNvSpPr>
          <p:nvPr>
            <p:ph type="sldNum" sz="quarter" idx="5"/>
          </p:nvPr>
        </p:nvSpPr>
        <p:spPr/>
        <p:txBody>
          <a:bodyPr/>
          <a:lstStyle/>
          <a:p>
            <a:fld id="{CF33B1E9-4097-46EC-A95C-50DA1D05B817}" type="slidenum">
              <a:rPr lang="en-US" smtClean="0"/>
              <a:t>22</a:t>
            </a:fld>
            <a:endParaRPr lang="en-US"/>
          </a:p>
        </p:txBody>
      </p:sp>
    </p:spTree>
    <p:extLst>
      <p:ext uri="{BB962C8B-B14F-4D97-AF65-F5344CB8AC3E}">
        <p14:creationId xmlns:p14="http://schemas.microsoft.com/office/powerpoint/2010/main" val="42313972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students with a simple and effective structure for addressing employment gaps confidently during interviews. Employment gaps are common—especially among adult learners, parents, veterans, and individuals who have faced health or economic challenges. Employers generally accept gaps when candidates explain them clearly and briefly while emphasizing what they learned or how they stayed productive. The recommended script includes acknowledging the gap, providing a brief, factual reason, and highlighting constructive activities during that period—such as coursework, caregiving responsibilities, volunteering, or skill development. This slide reassures learners that they do not need to overshare personal details; professionalism and confidence matter more than specifics. Visuals might include a simple timeline to emphasize continuity and forward movement. The instructor may share examples like: “During this period I focused on family responsibilities, and once that stabilized I completed IT training and earned industry certifications. I’m now fully ready to re‑enter the workforce.” This helps learners understand how to maintain a positive tone while remaining honest.</a:t>
            </a:r>
          </a:p>
        </p:txBody>
      </p:sp>
      <p:sp>
        <p:nvSpPr>
          <p:cNvPr id="4" name="Slide Number Placeholder 3"/>
          <p:cNvSpPr>
            <a:spLocks noGrp="1"/>
          </p:cNvSpPr>
          <p:nvPr>
            <p:ph type="sldNum" sz="quarter" idx="5"/>
          </p:nvPr>
        </p:nvSpPr>
        <p:spPr/>
        <p:txBody>
          <a:bodyPr/>
          <a:lstStyle/>
          <a:p>
            <a:fld id="{CF33B1E9-4097-46EC-A95C-50DA1D05B817}" type="slidenum">
              <a:rPr lang="en-US" smtClean="0"/>
              <a:t>23</a:t>
            </a:fld>
            <a:endParaRPr lang="en-US"/>
          </a:p>
        </p:txBody>
      </p:sp>
    </p:spTree>
    <p:extLst>
      <p:ext uri="{BB962C8B-B14F-4D97-AF65-F5344CB8AC3E}">
        <p14:creationId xmlns:p14="http://schemas.microsoft.com/office/powerpoint/2010/main" val="7598428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Strengths and Weaknesses</a:t>
            </a:r>
          </a:p>
        </p:txBody>
      </p:sp>
      <p:sp>
        <p:nvSpPr>
          <p:cNvPr id="4" name="Slide Number Placeholder 3"/>
          <p:cNvSpPr>
            <a:spLocks noGrp="1"/>
          </p:cNvSpPr>
          <p:nvPr>
            <p:ph type="sldNum" sz="quarter" idx="5"/>
          </p:nvPr>
        </p:nvSpPr>
        <p:spPr/>
        <p:txBody>
          <a:bodyPr/>
          <a:lstStyle/>
          <a:p>
            <a:fld id="{CF33B1E9-4097-46EC-A95C-50DA1D05B817}" type="slidenum">
              <a:rPr lang="en-US" smtClean="0"/>
              <a:t>24</a:t>
            </a:fld>
            <a:endParaRPr lang="en-US"/>
          </a:p>
        </p:txBody>
      </p:sp>
    </p:spTree>
    <p:extLst>
      <p:ext uri="{BB962C8B-B14F-4D97-AF65-F5344CB8AC3E}">
        <p14:creationId xmlns:p14="http://schemas.microsoft.com/office/powerpoint/2010/main" val="29884043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explains what employers are truly evaluating when they ask about strengths and weaknesses. Strengths allow candidates to highlight qualities that support technical and customer‑facing tasks—such as patience, analytical thinking, communication, or curiosity. Employers want strengths that align with IT workflows, not generic or inflated claims. Weaknesses, meanwhile, help employers assess self‑awareness, humility, and willingness to improve. A strong weakness response should focus on a real, manageable area for growth—such as time management or over‑documenting technical notes—paired with clear steps the candidate is taking to improve. This balance ensures authenticity without raising red flags. Visuals may include balanced scales or icons representing growth and stability. The instructor can encourage students to develop a strength and weakness that reflect their personal experience and match job expectations. IT‑related examples might include strengths in methodical troubleshooting or weaknesses like needing to grow more comfortable asking for help from senior technicians. Framing weaknesses as part of ongoing professional development helps convey maturity.</a:t>
            </a:r>
          </a:p>
        </p:txBody>
      </p:sp>
      <p:sp>
        <p:nvSpPr>
          <p:cNvPr id="4" name="Slide Number Placeholder 3"/>
          <p:cNvSpPr>
            <a:spLocks noGrp="1"/>
          </p:cNvSpPr>
          <p:nvPr>
            <p:ph type="sldNum" sz="quarter" idx="5"/>
          </p:nvPr>
        </p:nvSpPr>
        <p:spPr/>
        <p:txBody>
          <a:bodyPr/>
          <a:lstStyle/>
          <a:p>
            <a:fld id="{CF33B1E9-4097-46EC-A95C-50DA1D05B817}" type="slidenum">
              <a:rPr lang="en-US" smtClean="0"/>
              <a:t>25</a:t>
            </a:fld>
            <a:endParaRPr lang="en-US"/>
          </a:p>
        </p:txBody>
      </p:sp>
    </p:spTree>
    <p:extLst>
      <p:ext uri="{BB962C8B-B14F-4D97-AF65-F5344CB8AC3E}">
        <p14:creationId xmlns:p14="http://schemas.microsoft.com/office/powerpoint/2010/main" val="3172413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Discussing Mistakes or Failures</a:t>
            </a:r>
          </a:p>
        </p:txBody>
      </p:sp>
      <p:sp>
        <p:nvSpPr>
          <p:cNvPr id="4" name="Slide Number Placeholder 3"/>
          <p:cNvSpPr>
            <a:spLocks noGrp="1"/>
          </p:cNvSpPr>
          <p:nvPr>
            <p:ph type="sldNum" sz="quarter" idx="5"/>
          </p:nvPr>
        </p:nvSpPr>
        <p:spPr/>
        <p:txBody>
          <a:bodyPr/>
          <a:lstStyle/>
          <a:p>
            <a:fld id="{CF33B1E9-4097-46EC-A95C-50DA1D05B817}" type="slidenum">
              <a:rPr lang="en-US" smtClean="0"/>
              <a:t>26</a:t>
            </a:fld>
            <a:endParaRPr lang="en-US"/>
          </a:p>
        </p:txBody>
      </p:sp>
    </p:spTree>
    <p:extLst>
      <p:ext uri="{BB962C8B-B14F-4D97-AF65-F5344CB8AC3E}">
        <p14:creationId xmlns:p14="http://schemas.microsoft.com/office/powerpoint/2010/main" val="26826858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teaches learners how to discuss mistakes or failures in a way that demonstrates accountability and growth. Employers do not expect perfection, especially from entry‑level candidates; instead, they value honesty, humility, and reflection. The slide explains that a strong response includes describing the situation briefly, outlining the mistake, acknowledging responsibility, and focusing primarily on what was learned and how procedures were improved going forward. In IT support roles, mistakes might include miscommunicating an issue, escalating too late, or misunderstanding a user request. In cybersecurity roles, errors may involve misconfigurations or overlooking early signs of an alert. What matters most is demonstrating how the experience strengthened the candidate’s skills, attention to detail, or communication. This slide may use visuals such as growth arrows or a before‑and‑after comparison. Adult learners often fear discussing mistakes, but framing them as learning experiences showcases professionalism and maturity. The instructor can provide example responses and encourage students to reflect on moments when they improved their process.</a:t>
            </a:r>
          </a:p>
        </p:txBody>
      </p:sp>
      <p:sp>
        <p:nvSpPr>
          <p:cNvPr id="4" name="Slide Number Placeholder 3"/>
          <p:cNvSpPr>
            <a:spLocks noGrp="1"/>
          </p:cNvSpPr>
          <p:nvPr>
            <p:ph type="sldNum" sz="quarter" idx="5"/>
          </p:nvPr>
        </p:nvSpPr>
        <p:spPr/>
        <p:txBody>
          <a:bodyPr/>
          <a:lstStyle/>
          <a:p>
            <a:fld id="{CF33B1E9-4097-46EC-A95C-50DA1D05B817}" type="slidenum">
              <a:rPr lang="en-US" smtClean="0"/>
              <a:t>27</a:t>
            </a:fld>
            <a:endParaRPr lang="en-US"/>
          </a:p>
        </p:txBody>
      </p:sp>
    </p:spTree>
    <p:extLst>
      <p:ext uri="{BB962C8B-B14F-4D97-AF65-F5344CB8AC3E}">
        <p14:creationId xmlns:p14="http://schemas.microsoft.com/office/powerpoint/2010/main" val="39586428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Interview Preparation Checklist</a:t>
            </a:r>
          </a:p>
        </p:txBody>
      </p:sp>
      <p:sp>
        <p:nvSpPr>
          <p:cNvPr id="4" name="Slide Number Placeholder 3"/>
          <p:cNvSpPr>
            <a:spLocks noGrp="1"/>
          </p:cNvSpPr>
          <p:nvPr>
            <p:ph type="sldNum" sz="quarter" idx="5"/>
          </p:nvPr>
        </p:nvSpPr>
        <p:spPr/>
        <p:txBody>
          <a:bodyPr/>
          <a:lstStyle/>
          <a:p>
            <a:fld id="{CF33B1E9-4097-46EC-A95C-50DA1D05B817}" type="slidenum">
              <a:rPr lang="en-US" smtClean="0"/>
              <a:t>28</a:t>
            </a:fld>
            <a:endParaRPr lang="en-US"/>
          </a:p>
        </p:txBody>
      </p:sp>
    </p:spTree>
    <p:extLst>
      <p:ext uri="{BB962C8B-B14F-4D97-AF65-F5344CB8AC3E}">
        <p14:creationId xmlns:p14="http://schemas.microsoft.com/office/powerpoint/2010/main" val="35927484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 visual checklist covering essential preparation steps before an IT or cybersecurity interview. Categories may include: researching the company and role, reviewing common technical and behavioral questions, selecting two or three STAR stories to rehearse, preparing professional attire, ensuring reliable internet and device setup for virtual interviews, and organizing resume copies or notes. It may also include mental preparation strategies such as practicing confidence‑building statements or reviewing accomplishments. Visual elements such as checkmarks, icons, or sectioned boxes help learners quickly understand the structure. The slide highlights that preparation reduces anxiety, increases clarity, and helps candidates present themselves professionally. The instructor can emphasize that even small tasks—like practicing how to introduce oneself or preparing questions for the interviewer—significantly impact how confident and competent a candidate appears. This checklist serves as a repeatable process students can use for every interview moving forward.</a:t>
            </a:r>
          </a:p>
        </p:txBody>
      </p:sp>
      <p:sp>
        <p:nvSpPr>
          <p:cNvPr id="4" name="Slide Number Placeholder 3"/>
          <p:cNvSpPr>
            <a:spLocks noGrp="1"/>
          </p:cNvSpPr>
          <p:nvPr>
            <p:ph type="sldNum" sz="quarter" idx="5"/>
          </p:nvPr>
        </p:nvSpPr>
        <p:spPr/>
        <p:txBody>
          <a:bodyPr/>
          <a:lstStyle/>
          <a:p>
            <a:fld id="{CF33B1E9-4097-46EC-A95C-50DA1D05B817}" type="slidenum">
              <a:rPr lang="en-US" smtClean="0"/>
              <a:t>29</a:t>
            </a:fld>
            <a:endParaRPr lang="en-US"/>
          </a:p>
        </p:txBody>
      </p:sp>
    </p:spTree>
    <p:extLst>
      <p:ext uri="{BB962C8B-B14F-4D97-AF65-F5344CB8AC3E}">
        <p14:creationId xmlns:p14="http://schemas.microsoft.com/office/powerpoint/2010/main" val="41097898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outlines the most common interview mistakes that can hurt candidate performance. Rambling answers often signal a lack of preparation or unclear thinking, so the slide encourages students to use structured frameworks like STAR to remain focused. Vague stories or generic claims can make candidates appear inexperienced, so learners are encouraged to provide specific examples that demonstrate real skills. A lack of preparation—such as not researching the company or failing to bring thoughtful questions—signals low interest or unprofessionalism. Additional pitfalls may include speaking negatively about previous employers, failing to maintain eye contact in virtual interviews, or appearing overly rehearsed without genuine engagement. Visuals might include caution symbols or icons illustrating do’s and don’ts. The instructor can reinforce that most mistakes are preventable with practice and awareness. Discussing these pitfalls helps students identify their own tendencies and prepare more strategically for future interviews.</a:t>
            </a:r>
          </a:p>
        </p:txBody>
      </p:sp>
      <p:sp>
        <p:nvSpPr>
          <p:cNvPr id="4" name="Slide Number Placeholder 3"/>
          <p:cNvSpPr>
            <a:spLocks noGrp="1"/>
          </p:cNvSpPr>
          <p:nvPr>
            <p:ph type="sldNum" sz="quarter" idx="5"/>
          </p:nvPr>
        </p:nvSpPr>
        <p:spPr/>
        <p:txBody>
          <a:bodyPr/>
          <a:lstStyle/>
          <a:p>
            <a:fld id="{CF33B1E9-4097-46EC-A95C-50DA1D05B817}" type="slidenum">
              <a:rPr lang="en-US" smtClean="0"/>
              <a:t>30</a:t>
            </a:fld>
            <a:endParaRPr lang="en-US"/>
          </a:p>
        </p:txBody>
      </p:sp>
    </p:spTree>
    <p:extLst>
      <p:ext uri="{BB962C8B-B14F-4D97-AF65-F5344CB8AC3E}">
        <p14:creationId xmlns:p14="http://schemas.microsoft.com/office/powerpoint/2010/main" val="19334496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Interactive Practice Activity</a:t>
            </a:r>
          </a:p>
        </p:txBody>
      </p:sp>
      <p:sp>
        <p:nvSpPr>
          <p:cNvPr id="4" name="Slide Number Placeholder 3"/>
          <p:cNvSpPr>
            <a:spLocks noGrp="1"/>
          </p:cNvSpPr>
          <p:nvPr>
            <p:ph type="sldNum" sz="quarter" idx="5"/>
          </p:nvPr>
        </p:nvSpPr>
        <p:spPr/>
        <p:txBody>
          <a:bodyPr/>
          <a:lstStyle/>
          <a:p>
            <a:fld id="{CF33B1E9-4097-46EC-A95C-50DA1D05B817}" type="slidenum">
              <a:rPr lang="en-US" smtClean="0"/>
              <a:t>31</a:t>
            </a:fld>
            <a:endParaRPr lang="en-US"/>
          </a:p>
        </p:txBody>
      </p:sp>
    </p:spTree>
    <p:extLst>
      <p:ext uri="{BB962C8B-B14F-4D97-AF65-F5344CB8AC3E}">
        <p14:creationId xmlns:p14="http://schemas.microsoft.com/office/powerpoint/2010/main" val="28189408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an interactive activity where students practice answering a behavioral interview question using the STAR method. The instructor may present a prompt such as: “Tell me about a time you had to troubleshoot an issue under pressure.” Students work individually or in pairs to outline their response using the four STAR components. The slide encourages learners to reference their story bank and apply the structure learned earlier in the workshop. The activity is designed to build confidence, highlight areas where students may need more clarity, and give them firsthand experience constructing a complete, concise narrative. Adult learners benefit greatly from active engagement because it reinforces learning through practical application rather than passive listening. Including icons or diagrams can guide learners step‑by‑step through the activity. The instructor may facilitate peer feedback or group discussion to help students refine their responses and identify strong examples already present in their personal backgrounds.</a:t>
            </a:r>
          </a:p>
        </p:txBody>
      </p:sp>
      <p:sp>
        <p:nvSpPr>
          <p:cNvPr id="4" name="Slide Number Placeholder 3"/>
          <p:cNvSpPr>
            <a:spLocks noGrp="1"/>
          </p:cNvSpPr>
          <p:nvPr>
            <p:ph type="sldNum" sz="quarter" idx="5"/>
          </p:nvPr>
        </p:nvSpPr>
        <p:spPr/>
        <p:txBody>
          <a:bodyPr/>
          <a:lstStyle/>
          <a:p>
            <a:fld id="{CF33B1E9-4097-46EC-A95C-50DA1D05B817}" type="slidenum">
              <a:rPr lang="en-US" smtClean="0"/>
              <a:t>32</a:t>
            </a:fld>
            <a:endParaRPr lang="en-US"/>
          </a:p>
        </p:txBody>
      </p:sp>
    </p:spTree>
    <p:extLst>
      <p:ext uri="{BB962C8B-B14F-4D97-AF65-F5344CB8AC3E}">
        <p14:creationId xmlns:p14="http://schemas.microsoft.com/office/powerpoint/2010/main" val="22980413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a:t>
            </a:r>
          </a:p>
        </p:txBody>
      </p:sp>
      <p:sp>
        <p:nvSpPr>
          <p:cNvPr id="4" name="Slide Number Placeholder 3"/>
          <p:cNvSpPr>
            <a:spLocks noGrp="1"/>
          </p:cNvSpPr>
          <p:nvPr>
            <p:ph type="sldNum" sz="quarter" idx="5"/>
          </p:nvPr>
        </p:nvSpPr>
        <p:spPr/>
        <p:txBody>
          <a:bodyPr/>
          <a:lstStyle/>
          <a:p>
            <a:fld id="{CF33B1E9-4097-46EC-A95C-50DA1D05B817}" type="slidenum">
              <a:rPr lang="en-US" smtClean="0"/>
              <a:t>33</a:t>
            </a:fld>
            <a:endParaRPr lang="en-US"/>
          </a:p>
        </p:txBody>
      </p:sp>
    </p:spTree>
    <p:extLst>
      <p:ext uri="{BB962C8B-B14F-4D97-AF65-F5344CB8AC3E}">
        <p14:creationId xmlns:p14="http://schemas.microsoft.com/office/powerpoint/2010/main" val="42524678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summarizes the core lessons from the workshop to reinforce retention and confidence. Students are reminded that strong interview performance stems from preparation, storytelling, and clarity. Building a story bank ensures they are ready for behavioral questions, while frameworks like the STAR method help them communicate their experiences effectively. The slide highlights that transferable skills from previous roles are valuable in IT and cybersecurity positions when articulated thoughtfully. Learners should leave understanding how to explain career pivots and employment gaps with professionalism and confidence. The slide also reinforces the importance of practicing responses, researching companies, and staying mindful of common interview mistakes. By presenting these takeaways in a visual, easy‑to‑scan format, learners can quickly review key points after the workshop. The instructor can encourage students to continue refining their interview skills as part of an ongoing professional development strategy.</a:t>
            </a:r>
          </a:p>
        </p:txBody>
      </p:sp>
      <p:sp>
        <p:nvSpPr>
          <p:cNvPr id="4" name="Slide Number Placeholder 3"/>
          <p:cNvSpPr>
            <a:spLocks noGrp="1"/>
          </p:cNvSpPr>
          <p:nvPr>
            <p:ph type="sldNum" sz="quarter" idx="5"/>
          </p:nvPr>
        </p:nvSpPr>
        <p:spPr/>
        <p:txBody>
          <a:bodyPr/>
          <a:lstStyle/>
          <a:p>
            <a:fld id="{CF33B1E9-4097-46EC-A95C-50DA1D05B817}" type="slidenum">
              <a:rPr lang="en-US" smtClean="0"/>
              <a:t>34</a:t>
            </a:fld>
            <a:endParaRPr lang="en-US"/>
          </a:p>
        </p:txBody>
      </p:sp>
    </p:spTree>
    <p:extLst>
      <p:ext uri="{BB962C8B-B14F-4D97-AF65-F5344CB8AC3E}">
        <p14:creationId xmlns:p14="http://schemas.microsoft.com/office/powerpoint/2010/main" val="10597509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 Encouragement</a:t>
            </a:r>
          </a:p>
        </p:txBody>
      </p:sp>
      <p:sp>
        <p:nvSpPr>
          <p:cNvPr id="4" name="Slide Number Placeholder 3"/>
          <p:cNvSpPr>
            <a:spLocks noGrp="1"/>
          </p:cNvSpPr>
          <p:nvPr>
            <p:ph type="sldNum" sz="quarter" idx="5"/>
          </p:nvPr>
        </p:nvSpPr>
        <p:spPr/>
        <p:txBody>
          <a:bodyPr/>
          <a:lstStyle/>
          <a:p>
            <a:fld id="{CF33B1E9-4097-46EC-A95C-50DA1D05B817}" type="slidenum">
              <a:rPr lang="en-US" smtClean="0"/>
              <a:t>35</a:t>
            </a:fld>
            <a:endParaRPr lang="en-US"/>
          </a:p>
        </p:txBody>
      </p:sp>
    </p:spTree>
    <p:extLst>
      <p:ext uri="{BB962C8B-B14F-4D97-AF65-F5344CB8AC3E}">
        <p14:creationId xmlns:p14="http://schemas.microsoft.com/office/powerpoint/2010/main" val="40077591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final slide provides motivating encouragement to help learners feel empowered as they move toward upcoming interviews. It emphasizes that interviewing is a skill that improves with practice, and that confidence grows as candidates refine their stories and gain familiarity with common questions. Adult learners, particularly those transitioning careers, often underestimate their strengths; this slide reminds them that their unique experiences are valuable and that preparation equips them to communicate effectively. The instructor may reinforce that setbacks are normal in job searching, and each interview provides insight into what to improve next time. The slide can include uplifting visuals—such as upward‑moving arrows or success‑themed icons—to reinforce positive momentum. By closing on an encouraging note, students leave the workshop feeling supported, motivated, and ready to apply what they have learned. They are reminded that every interview is an opportunity to showcase growth, resilience, and readiness for a future in IT or cybersecurity.</a:t>
            </a:r>
          </a:p>
        </p:txBody>
      </p:sp>
      <p:sp>
        <p:nvSpPr>
          <p:cNvPr id="4" name="Slide Number Placeholder 3"/>
          <p:cNvSpPr>
            <a:spLocks noGrp="1"/>
          </p:cNvSpPr>
          <p:nvPr>
            <p:ph type="sldNum" sz="quarter" idx="5"/>
          </p:nvPr>
        </p:nvSpPr>
        <p:spPr/>
        <p:txBody>
          <a:bodyPr/>
          <a:lstStyle/>
          <a:p>
            <a:fld id="{CF33B1E9-4097-46EC-A95C-50DA1D05B817}" type="slidenum">
              <a:rPr lang="en-US" smtClean="0"/>
              <a:t>36</a:t>
            </a:fld>
            <a:endParaRPr lang="en-US"/>
          </a:p>
        </p:txBody>
      </p:sp>
    </p:spTree>
    <p:extLst>
      <p:ext uri="{BB962C8B-B14F-4D97-AF65-F5344CB8AC3E}">
        <p14:creationId xmlns:p14="http://schemas.microsoft.com/office/powerpoint/2010/main" val="2454585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50262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28688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grpSp>
        <p:nvGrpSpPr>
          <p:cNvPr id="23" name="Group 22">
            <a:extLst>
              <a:ext uri="{FF2B5EF4-FFF2-40B4-BE49-F238E27FC236}">
                <a16:creationId xmlns:a16="http://schemas.microsoft.com/office/drawing/2014/main" id="{D0960A7C-5D3D-5C8C-4D64-F208A0A59500}"/>
              </a:ext>
            </a:extLst>
          </p:cNvPr>
          <p:cNvGrpSpPr/>
          <p:nvPr/>
        </p:nvGrpSpPr>
        <p:grpSpPr>
          <a:xfrm>
            <a:off x="6206976" y="3638746"/>
            <a:ext cx="5941643" cy="3261287"/>
            <a:chOff x="6523263" y="3858921"/>
            <a:chExt cx="5540513" cy="3041112"/>
          </a:xfrm>
        </p:grpSpPr>
        <p:sp>
          <p:nvSpPr>
            <p:cNvPr id="8" name="Oval 28">
              <a:extLst>
                <a:ext uri="{FF2B5EF4-FFF2-40B4-BE49-F238E27FC236}">
                  <a16:creationId xmlns:a16="http://schemas.microsoft.com/office/drawing/2014/main" id="{24476EB7-B3A7-C376-7E19-17DDD59E27A2}"/>
                </a:ext>
              </a:extLst>
            </p:cNvPr>
            <p:cNvSpPr/>
            <p:nvPr/>
          </p:nvSpPr>
          <p:spPr>
            <a:xfrm rot="2913124">
              <a:off x="10331814" y="5168071"/>
              <a:ext cx="1743712" cy="172021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5400000">
              <a:off x="8635428" y="5107500"/>
              <a:ext cx="1767880" cy="1740899"/>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8418" h="1153680">
                  <a:moveTo>
                    <a:pt x="0" y="1149404"/>
                  </a:moveTo>
                  <a:cubicBezTo>
                    <a:pt x="57713" y="932071"/>
                    <a:pt x="332491" y="312169"/>
                    <a:pt x="474495" y="51611"/>
                  </a:cubicBezTo>
                  <a:cubicBezTo>
                    <a:pt x="506474" y="26838"/>
                    <a:pt x="491140" y="-61980"/>
                    <a:pt x="581205" y="73013"/>
                  </a:cubicBezTo>
                  <a:cubicBezTo>
                    <a:pt x="765377" y="374593"/>
                    <a:pt x="939760" y="715364"/>
                    <a:pt x="1123932" y="1016944"/>
                  </a:cubicBezTo>
                  <a:cubicBezTo>
                    <a:pt x="1136724" y="1060629"/>
                    <a:pt x="1185346" y="1131007"/>
                    <a:pt x="1162309" y="1147998"/>
                  </a:cubicBezTo>
                  <a:cubicBezTo>
                    <a:pt x="1126633" y="1161956"/>
                    <a:pt x="394907" y="1145283"/>
                    <a:pt x="0" y="114940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32A6C704-74AA-A268-EC09-E9AF422BAA4A}"/>
                </a:ext>
              </a:extLst>
            </p:cNvPr>
            <p:cNvSpPr/>
            <p:nvPr/>
          </p:nvSpPr>
          <p:spPr>
            <a:xfrm rot="10281995">
              <a:off x="9401726" y="3858921"/>
              <a:ext cx="1542396" cy="143878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74E8DC1A-AC70-F364-18AC-8B1808873F3A}"/>
                </a:ext>
              </a:extLst>
            </p:cNvPr>
            <p:cNvSpPr/>
            <p:nvPr/>
          </p:nvSpPr>
          <p:spPr>
            <a:xfrm rot="380068">
              <a:off x="6523263" y="5847961"/>
              <a:ext cx="2074852" cy="98763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Star: 7 Points 2">
              <a:extLst>
                <a:ext uri="{FF2B5EF4-FFF2-40B4-BE49-F238E27FC236}">
                  <a16:creationId xmlns:a16="http://schemas.microsoft.com/office/drawing/2014/main" id="{A06EF12B-6606-5106-0816-D183243EDA91}"/>
                </a:ext>
              </a:extLst>
            </p:cNvPr>
            <p:cNvSpPr/>
            <p:nvPr/>
          </p:nvSpPr>
          <p:spPr>
            <a:xfrm rot="21208862">
              <a:off x="6584033" y="3879526"/>
              <a:ext cx="2132596" cy="202369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837580B-FC1A-5972-AF52-8C880799FC6A}"/>
                </a:ext>
              </a:extLst>
            </p:cNvPr>
            <p:cNvGrpSpPr/>
            <p:nvPr/>
          </p:nvGrpSpPr>
          <p:grpSpPr>
            <a:xfrm flipH="1">
              <a:off x="10919406" y="5908182"/>
              <a:ext cx="604535" cy="324056"/>
              <a:chOff x="5447388" y="3100610"/>
              <a:chExt cx="1500891" cy="804540"/>
            </a:xfrm>
          </p:grpSpPr>
          <p:sp>
            <p:nvSpPr>
              <p:cNvPr id="14" name="Oval 13">
                <a:extLst>
                  <a:ext uri="{FF2B5EF4-FFF2-40B4-BE49-F238E27FC236}">
                    <a16:creationId xmlns:a16="http://schemas.microsoft.com/office/drawing/2014/main" id="{6F0DE113-2459-DCEF-8DFE-52CD9480794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631A13C-79E5-BE04-8ED7-F3072147513A}"/>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50EBF68B-15B7-1639-849A-82250DFFE394}"/>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FE3985F-A3B9-55BE-04C8-7715A0A633E1}"/>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BE18D86-2ACA-9CC0-C76C-3F75D3765E0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74598AD4-0B65-BE9C-01FA-37C04C813984}"/>
                </a:ext>
              </a:extLst>
            </p:cNvPr>
            <p:cNvGrpSpPr/>
            <p:nvPr/>
          </p:nvGrpSpPr>
          <p:grpSpPr>
            <a:xfrm rot="10991591" flipH="1">
              <a:off x="7446963" y="4767894"/>
              <a:ext cx="550250" cy="268884"/>
              <a:chOff x="9017281" y="2376893"/>
              <a:chExt cx="631994" cy="308829"/>
            </a:xfrm>
          </p:grpSpPr>
          <p:sp>
            <p:nvSpPr>
              <p:cNvPr id="20" name="Oval 19">
                <a:extLst>
                  <a:ext uri="{FF2B5EF4-FFF2-40B4-BE49-F238E27FC236}">
                    <a16:creationId xmlns:a16="http://schemas.microsoft.com/office/drawing/2014/main" id="{0A278416-F64F-2340-D38F-8A9ABE73CC5B}"/>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1" name="Freeform: Shape 20">
                <a:extLst>
                  <a:ext uri="{FF2B5EF4-FFF2-40B4-BE49-F238E27FC236}">
                    <a16:creationId xmlns:a16="http://schemas.microsoft.com/office/drawing/2014/main" id="{D2089871-B2BF-1152-C7E8-85A5798A2F23}"/>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sp>
            <p:nvSpPr>
              <p:cNvPr id="22" name="Oval 21">
                <a:extLst>
                  <a:ext uri="{FF2B5EF4-FFF2-40B4-BE49-F238E27FC236}">
                    <a16:creationId xmlns:a16="http://schemas.microsoft.com/office/drawing/2014/main" id="{89DE40A6-A2CF-65A2-D591-9A6E237A0F3C}"/>
                  </a:ext>
                </a:extLst>
              </p:cNvPr>
              <p:cNvSpPr/>
              <p:nvPr/>
            </p:nvSpPr>
            <p:spPr>
              <a:xfrm rot="10707317" flipH="1" flipV="1">
                <a:off x="9398861" y="237860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4" name="Freeform: Shape 23">
                <a:extLst>
                  <a:ext uri="{FF2B5EF4-FFF2-40B4-BE49-F238E27FC236}">
                    <a16:creationId xmlns:a16="http://schemas.microsoft.com/office/drawing/2014/main" id="{D338248F-C8BB-437F-9491-3B2EF87B95B4}"/>
                  </a:ext>
                </a:extLst>
              </p:cNvPr>
              <p:cNvSpPr/>
              <p:nvPr/>
            </p:nvSpPr>
            <p:spPr>
              <a:xfrm rot="10707317" flipH="1" flipV="1">
                <a:off x="9489282" y="237689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grpSp>
        <p:grpSp>
          <p:nvGrpSpPr>
            <p:cNvPr id="25" name="Group 24">
              <a:extLst>
                <a:ext uri="{FF2B5EF4-FFF2-40B4-BE49-F238E27FC236}">
                  <a16:creationId xmlns:a16="http://schemas.microsoft.com/office/drawing/2014/main" id="{BF128D92-9A83-8732-7800-F57B3A732AB4}"/>
                </a:ext>
              </a:extLst>
            </p:cNvPr>
            <p:cNvGrpSpPr/>
            <p:nvPr/>
          </p:nvGrpSpPr>
          <p:grpSpPr>
            <a:xfrm>
              <a:off x="7388285" y="6212319"/>
              <a:ext cx="535056" cy="343488"/>
              <a:chOff x="8663598" y="4719110"/>
              <a:chExt cx="614543" cy="394516"/>
            </a:xfrm>
          </p:grpSpPr>
          <p:sp>
            <p:nvSpPr>
              <p:cNvPr id="26" name="Freeform: Shape 25">
                <a:extLst>
                  <a:ext uri="{FF2B5EF4-FFF2-40B4-BE49-F238E27FC236}">
                    <a16:creationId xmlns:a16="http://schemas.microsoft.com/office/drawing/2014/main" id="{51299000-6F06-41E3-29A8-94B668C6081F}"/>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077D5DB-6093-C72C-E6A0-B0935723000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2292BF1-1D19-2BDF-0F97-CE3A79127684}"/>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6B1D549-ABD4-A983-4694-7749A27AB3A9}"/>
                </a:ext>
              </a:extLst>
            </p:cNvPr>
            <p:cNvGrpSpPr/>
            <p:nvPr/>
          </p:nvGrpSpPr>
          <p:grpSpPr>
            <a:xfrm rot="624441">
              <a:off x="9987214" y="4407215"/>
              <a:ext cx="409734" cy="334036"/>
              <a:chOff x="7443521" y="1453584"/>
              <a:chExt cx="575806" cy="469427"/>
            </a:xfrm>
          </p:grpSpPr>
          <p:grpSp>
            <p:nvGrpSpPr>
              <p:cNvPr id="30" name="Group 29">
                <a:extLst>
                  <a:ext uri="{FF2B5EF4-FFF2-40B4-BE49-F238E27FC236}">
                    <a16:creationId xmlns:a16="http://schemas.microsoft.com/office/drawing/2014/main" id="{17F266A8-A24E-B97B-02EB-57EA5FE9C2F2}"/>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5A648199-0EE4-CB7E-6ED6-4362CB88A3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95A0B3-94D4-2238-D0B9-3C172F4AA6F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40686821-2342-9983-0B7F-1F4D2E89D5F4}"/>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5" name="Title 34">
            <a:extLst>
              <a:ext uri="{FF2B5EF4-FFF2-40B4-BE49-F238E27FC236}">
                <a16:creationId xmlns:a16="http://schemas.microsoft.com/office/drawing/2014/main" id="{047E66E2-309B-4271-311B-E4DFD1F2876A}"/>
              </a:ext>
            </a:extLst>
          </p:cNvPr>
          <p:cNvSpPr>
            <a:spLocks noGrp="1"/>
          </p:cNvSpPr>
          <p:nvPr>
            <p:ph type="title"/>
          </p:nvPr>
        </p:nvSpPr>
        <p:spPr>
          <a:xfrm>
            <a:off x="699660" y="1083226"/>
            <a:ext cx="5396340" cy="2877465"/>
          </a:xfrm>
        </p:spPr>
        <p:txBody>
          <a:bodyPr anchor="t"/>
          <a:lstStyle>
            <a:lvl1pPr>
              <a:defRPr sz="7200"/>
            </a:lvl1pPr>
          </a:lstStyle>
          <a:p>
            <a:r>
              <a:rPr lang="en-US" dirty="0"/>
              <a:t>Click to edit Master title style</a:t>
            </a:r>
          </a:p>
        </p:txBody>
      </p:sp>
      <p:sp>
        <p:nvSpPr>
          <p:cNvPr id="37" name="Subtitle 2">
            <a:extLst>
              <a:ext uri="{FF2B5EF4-FFF2-40B4-BE49-F238E27FC236}">
                <a16:creationId xmlns:a16="http://schemas.microsoft.com/office/drawing/2014/main" id="{7451E102-60B4-6C20-7EE0-642FB2B2B1E1}"/>
              </a:ext>
            </a:extLst>
          </p:cNvPr>
          <p:cNvSpPr>
            <a:spLocks noGrp="1"/>
          </p:cNvSpPr>
          <p:nvPr>
            <p:ph type="subTitle" idx="1"/>
          </p:nvPr>
        </p:nvSpPr>
        <p:spPr>
          <a:xfrm>
            <a:off x="699659" y="4721088"/>
            <a:ext cx="429972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dirty="0"/>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5661337" y="6356350"/>
            <a:ext cx="547255"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5529654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4" name="Freeform: Shape 33">
            <a:extLst>
              <a:ext uri="{FF2B5EF4-FFF2-40B4-BE49-F238E27FC236}">
                <a16:creationId xmlns:a16="http://schemas.microsoft.com/office/drawing/2014/main" id="{06181740-C15F-36A2-C76A-E150F1A4BCC9}"/>
              </a:ext>
            </a:extLst>
          </p:cNvPr>
          <p:cNvSpPr/>
          <p:nvPr/>
        </p:nvSpPr>
        <p:spPr>
          <a:xfrm rot="975782" flipV="1">
            <a:off x="7803140" y="4302438"/>
            <a:ext cx="2632658" cy="208562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81940 w 4594182"/>
              <a:gd name="connsiteY0" fmla="*/ 0 h 3609677"/>
              <a:gd name="connsiteX1" fmla="*/ 4594182 w 4594182"/>
              <a:gd name="connsiteY1" fmla="*/ 278024 h 3609677"/>
              <a:gd name="connsiteX2" fmla="*/ 4068080 w 4594182"/>
              <a:gd name="connsiteY2" fmla="*/ 2303347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09677"/>
              <a:gd name="connsiteX1" fmla="*/ 4594182 w 4594182"/>
              <a:gd name="connsiteY1" fmla="*/ 278024 h 3609677"/>
              <a:gd name="connsiteX2" fmla="*/ 4167559 w 4594182"/>
              <a:gd name="connsiteY2" fmla="*/ 2547571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11621"/>
              <a:gd name="connsiteX1" fmla="*/ 4594182 w 4594182"/>
              <a:gd name="connsiteY1" fmla="*/ 278024 h 3611621"/>
              <a:gd name="connsiteX2" fmla="*/ 4167559 w 4594182"/>
              <a:gd name="connsiteY2" fmla="*/ 2547571 h 3611621"/>
              <a:gd name="connsiteX3" fmla="*/ 3176527 w 4594182"/>
              <a:gd name="connsiteY3" fmla="*/ 3474260 h 3611621"/>
              <a:gd name="connsiteX4" fmla="*/ 1908870 w 4594182"/>
              <a:gd name="connsiteY4" fmla="*/ 3556118 h 3611621"/>
              <a:gd name="connsiteX5" fmla="*/ 490012 w 4594182"/>
              <a:gd name="connsiteY5" fmla="*/ 3184180 h 3611621"/>
              <a:gd name="connsiteX6" fmla="*/ 15197 w 4594182"/>
              <a:gd name="connsiteY6" fmla="*/ 1426435 h 3611621"/>
              <a:gd name="connsiteX7" fmla="*/ 181940 w 4594182"/>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24879 w 4752808"/>
              <a:gd name="connsiteY0" fmla="*/ 0 h 3626141"/>
              <a:gd name="connsiteX1" fmla="*/ 4752808 w 4752808"/>
              <a:gd name="connsiteY1" fmla="*/ 280569 h 3626141"/>
              <a:gd name="connsiteX2" fmla="*/ 4199213 w 4752808"/>
              <a:gd name="connsiteY2" fmla="*/ 2562091 h 3626141"/>
              <a:gd name="connsiteX3" fmla="*/ 3208181 w 4752808"/>
              <a:gd name="connsiteY3" fmla="*/ 3488780 h 3626141"/>
              <a:gd name="connsiteX4" fmla="*/ 1940524 w 4752808"/>
              <a:gd name="connsiteY4" fmla="*/ 3570638 h 3626141"/>
              <a:gd name="connsiteX5" fmla="*/ 521666 w 4752808"/>
              <a:gd name="connsiteY5" fmla="*/ 3198700 h 3626141"/>
              <a:gd name="connsiteX6" fmla="*/ 46851 w 4752808"/>
              <a:gd name="connsiteY6" fmla="*/ 1440955 h 3626141"/>
              <a:gd name="connsiteX7" fmla="*/ 124879 w 4752808"/>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86824 w 4714753"/>
              <a:gd name="connsiteY0" fmla="*/ 0 h 3626141"/>
              <a:gd name="connsiteX1" fmla="*/ 4714753 w 4714753"/>
              <a:gd name="connsiteY1" fmla="*/ 280569 h 3626141"/>
              <a:gd name="connsiteX2" fmla="*/ 4161158 w 4714753"/>
              <a:gd name="connsiteY2" fmla="*/ 2562091 h 3626141"/>
              <a:gd name="connsiteX3" fmla="*/ 3170126 w 4714753"/>
              <a:gd name="connsiteY3" fmla="*/ 3488780 h 3626141"/>
              <a:gd name="connsiteX4" fmla="*/ 1902469 w 4714753"/>
              <a:gd name="connsiteY4" fmla="*/ 3570638 h 3626141"/>
              <a:gd name="connsiteX5" fmla="*/ 483611 w 4714753"/>
              <a:gd name="connsiteY5" fmla="*/ 3198700 h 3626141"/>
              <a:gd name="connsiteX6" fmla="*/ 8796 w 4714753"/>
              <a:gd name="connsiteY6" fmla="*/ 1440955 h 3626141"/>
              <a:gd name="connsiteX7" fmla="*/ 86824 w 4714753"/>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662 h 3626803"/>
              <a:gd name="connsiteX1" fmla="*/ 4705957 w 4705957"/>
              <a:gd name="connsiteY1" fmla="*/ 281231 h 3626803"/>
              <a:gd name="connsiteX2" fmla="*/ 4152362 w 4705957"/>
              <a:gd name="connsiteY2" fmla="*/ 2562753 h 3626803"/>
              <a:gd name="connsiteX3" fmla="*/ 3161330 w 4705957"/>
              <a:gd name="connsiteY3" fmla="*/ 3489442 h 3626803"/>
              <a:gd name="connsiteX4" fmla="*/ 1893673 w 4705957"/>
              <a:gd name="connsiteY4" fmla="*/ 3571300 h 3626803"/>
              <a:gd name="connsiteX5" fmla="*/ 474815 w 4705957"/>
              <a:gd name="connsiteY5" fmla="*/ 3199362 h 3626803"/>
              <a:gd name="connsiteX6" fmla="*/ 0 w 4705957"/>
              <a:gd name="connsiteY6" fmla="*/ 1441617 h 3626803"/>
              <a:gd name="connsiteX7" fmla="*/ 78028 w 4705957"/>
              <a:gd name="connsiteY7" fmla="*/ 662 h 3626803"/>
              <a:gd name="connsiteX0" fmla="*/ 55573 w 4705957"/>
              <a:gd name="connsiteY0" fmla="*/ 668 h 3625981"/>
              <a:gd name="connsiteX1" fmla="*/ 4705957 w 4705957"/>
              <a:gd name="connsiteY1" fmla="*/ 280409 h 3625981"/>
              <a:gd name="connsiteX2" fmla="*/ 4152362 w 4705957"/>
              <a:gd name="connsiteY2" fmla="*/ 2561931 h 3625981"/>
              <a:gd name="connsiteX3" fmla="*/ 3161330 w 4705957"/>
              <a:gd name="connsiteY3" fmla="*/ 3488620 h 3625981"/>
              <a:gd name="connsiteX4" fmla="*/ 1893673 w 4705957"/>
              <a:gd name="connsiteY4" fmla="*/ 3570478 h 3625981"/>
              <a:gd name="connsiteX5" fmla="*/ 474815 w 4705957"/>
              <a:gd name="connsiteY5" fmla="*/ 3198540 h 3625981"/>
              <a:gd name="connsiteX6" fmla="*/ 0 w 4705957"/>
              <a:gd name="connsiteY6" fmla="*/ 1440795 h 3625981"/>
              <a:gd name="connsiteX7" fmla="*/ 55573 w 4705957"/>
              <a:gd name="connsiteY7" fmla="*/ 668 h 3625981"/>
              <a:gd name="connsiteX0" fmla="*/ 55573 w 4705957"/>
              <a:gd name="connsiteY0" fmla="*/ 666 h 3625979"/>
              <a:gd name="connsiteX1" fmla="*/ 4705957 w 4705957"/>
              <a:gd name="connsiteY1" fmla="*/ 280407 h 3625979"/>
              <a:gd name="connsiteX2" fmla="*/ 4152362 w 4705957"/>
              <a:gd name="connsiteY2" fmla="*/ 2561929 h 3625979"/>
              <a:gd name="connsiteX3" fmla="*/ 3161330 w 4705957"/>
              <a:gd name="connsiteY3" fmla="*/ 3488618 h 3625979"/>
              <a:gd name="connsiteX4" fmla="*/ 1893673 w 4705957"/>
              <a:gd name="connsiteY4" fmla="*/ 3570476 h 3625979"/>
              <a:gd name="connsiteX5" fmla="*/ 474815 w 4705957"/>
              <a:gd name="connsiteY5" fmla="*/ 3198538 h 3625979"/>
              <a:gd name="connsiteX6" fmla="*/ 0 w 4705957"/>
              <a:gd name="connsiteY6" fmla="*/ 1440793 h 3625979"/>
              <a:gd name="connsiteX7" fmla="*/ 55573 w 4705957"/>
              <a:gd name="connsiteY7" fmla="*/ 666 h 362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5957" h="3625979">
                <a:moveTo>
                  <a:pt x="55573" y="666"/>
                </a:moveTo>
                <a:cubicBezTo>
                  <a:pt x="297573" y="-12043"/>
                  <a:pt x="3397265" y="159662"/>
                  <a:pt x="4705957" y="280407"/>
                </a:cubicBezTo>
                <a:cubicBezTo>
                  <a:pt x="4551076" y="1109015"/>
                  <a:pt x="4347668" y="2061574"/>
                  <a:pt x="4152362" y="2561929"/>
                </a:cubicBezTo>
                <a:cubicBezTo>
                  <a:pt x="3861286" y="3099087"/>
                  <a:pt x="3521198" y="3279823"/>
                  <a:pt x="3161330" y="3488618"/>
                </a:cubicBezTo>
                <a:cubicBezTo>
                  <a:pt x="2801462" y="3697413"/>
                  <a:pt x="2341425" y="3618823"/>
                  <a:pt x="1893673" y="3570476"/>
                </a:cubicBezTo>
                <a:cubicBezTo>
                  <a:pt x="1445921" y="3522129"/>
                  <a:pt x="713451" y="3269843"/>
                  <a:pt x="474815" y="3198538"/>
                </a:cubicBezTo>
                <a:cubicBezTo>
                  <a:pt x="41150" y="2458902"/>
                  <a:pt x="37182" y="1927332"/>
                  <a:pt x="0" y="1440793"/>
                </a:cubicBezTo>
                <a:cubicBezTo>
                  <a:pt x="20825" y="886399"/>
                  <a:pt x="4940" y="8837"/>
                  <a:pt x="55573" y="666"/>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6805257">
            <a:off x="5405552" y="4933006"/>
            <a:ext cx="2491987" cy="248977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76356"/>
              <a:gd name="connsiteY0" fmla="*/ 1149404 h 1150420"/>
              <a:gd name="connsiteX1" fmla="*/ 474495 w 1176356"/>
              <a:gd name="connsiteY1" fmla="*/ 51611 h 1150420"/>
              <a:gd name="connsiteX2" fmla="*/ 581205 w 1176356"/>
              <a:gd name="connsiteY2" fmla="*/ 73013 h 1150420"/>
              <a:gd name="connsiteX3" fmla="*/ 1123932 w 1176356"/>
              <a:gd name="connsiteY3" fmla="*/ 1016944 h 1150420"/>
              <a:gd name="connsiteX4" fmla="*/ 1170951 w 1176356"/>
              <a:gd name="connsiteY4" fmla="*/ 1143496 h 1150420"/>
              <a:gd name="connsiteX5" fmla="*/ 0 w 1176356"/>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70456 h 1171472"/>
              <a:gd name="connsiteX1" fmla="*/ 474495 w 1179217"/>
              <a:gd name="connsiteY1" fmla="*/ 72663 h 1171472"/>
              <a:gd name="connsiteX2" fmla="*/ 565172 w 1179217"/>
              <a:gd name="connsiteY2" fmla="*/ 63114 h 1171472"/>
              <a:gd name="connsiteX3" fmla="*/ 1123932 w 1179217"/>
              <a:gd name="connsiteY3" fmla="*/ 1037996 h 1171472"/>
              <a:gd name="connsiteX4" fmla="*/ 1170951 w 1179217"/>
              <a:gd name="connsiteY4" fmla="*/ 1164548 h 1171472"/>
              <a:gd name="connsiteX5" fmla="*/ 0 w 1179217"/>
              <a:gd name="connsiteY5" fmla="*/ 1170456 h 1171472"/>
              <a:gd name="connsiteX0" fmla="*/ 0 w 1179217"/>
              <a:gd name="connsiteY0" fmla="*/ 1174575 h 1175591"/>
              <a:gd name="connsiteX1" fmla="*/ 474495 w 1179217"/>
              <a:gd name="connsiteY1" fmla="*/ 76782 h 1175591"/>
              <a:gd name="connsiteX2" fmla="*/ 565172 w 1179217"/>
              <a:gd name="connsiteY2" fmla="*/ 67233 h 1175591"/>
              <a:gd name="connsiteX3" fmla="*/ 1123932 w 1179217"/>
              <a:gd name="connsiteY3" fmla="*/ 1042115 h 1175591"/>
              <a:gd name="connsiteX4" fmla="*/ 1170951 w 1179217"/>
              <a:gd name="connsiteY4" fmla="*/ 1168667 h 1175591"/>
              <a:gd name="connsiteX5" fmla="*/ 0 w 1179217"/>
              <a:gd name="connsiteY5" fmla="*/ 1174575 h 1175591"/>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5 w 1179222"/>
              <a:gd name="connsiteY0" fmla="*/ 1152940 h 1161152"/>
              <a:gd name="connsiteX1" fmla="*/ 474500 w 1179222"/>
              <a:gd name="connsiteY1" fmla="*/ 55147 h 1161152"/>
              <a:gd name="connsiteX2" fmla="*/ 565177 w 1179222"/>
              <a:gd name="connsiteY2" fmla="*/ 45598 h 1161152"/>
              <a:gd name="connsiteX3" fmla="*/ 1123937 w 1179222"/>
              <a:gd name="connsiteY3" fmla="*/ 1020480 h 1161152"/>
              <a:gd name="connsiteX4" fmla="*/ 1170956 w 1179222"/>
              <a:gd name="connsiteY4" fmla="*/ 1147032 h 1161152"/>
              <a:gd name="connsiteX5" fmla="*/ 5 w 1179222"/>
              <a:gd name="connsiteY5" fmla="*/ 1152940 h 1161152"/>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46061 h 1154273"/>
              <a:gd name="connsiteX1" fmla="*/ 474500 w 1179222"/>
              <a:gd name="connsiteY1" fmla="*/ 48268 h 1154273"/>
              <a:gd name="connsiteX2" fmla="*/ 512345 w 1179222"/>
              <a:gd name="connsiteY2" fmla="*/ 81 h 1154273"/>
              <a:gd name="connsiteX3" fmla="*/ 565177 w 1179222"/>
              <a:gd name="connsiteY3" fmla="*/ 38719 h 1154273"/>
              <a:gd name="connsiteX4" fmla="*/ 1123937 w 1179222"/>
              <a:gd name="connsiteY4" fmla="*/ 1013601 h 1154273"/>
              <a:gd name="connsiteX5" fmla="*/ 1170956 w 1179222"/>
              <a:gd name="connsiteY5" fmla="*/ 1140153 h 1154273"/>
              <a:gd name="connsiteX6" fmla="*/ 5 w 1179222"/>
              <a:gd name="connsiteY6" fmla="*/ 1146061 h 1154273"/>
              <a:gd name="connsiteX0" fmla="*/ 5 w 1179222"/>
              <a:gd name="connsiteY0" fmla="*/ 1202985 h 1211197"/>
              <a:gd name="connsiteX1" fmla="*/ 474500 w 1179222"/>
              <a:gd name="connsiteY1" fmla="*/ 105192 h 1211197"/>
              <a:gd name="connsiteX2" fmla="*/ 512147 w 1179222"/>
              <a:gd name="connsiteY2" fmla="*/ 37561 h 1211197"/>
              <a:gd name="connsiteX3" fmla="*/ 565177 w 1179222"/>
              <a:gd name="connsiteY3" fmla="*/ 95643 h 1211197"/>
              <a:gd name="connsiteX4" fmla="*/ 1123937 w 1179222"/>
              <a:gd name="connsiteY4" fmla="*/ 1070525 h 1211197"/>
              <a:gd name="connsiteX5" fmla="*/ 1170956 w 1179222"/>
              <a:gd name="connsiteY5" fmla="*/ 1197077 h 1211197"/>
              <a:gd name="connsiteX6" fmla="*/ 5 w 1179222"/>
              <a:gd name="connsiteY6" fmla="*/ 1202985 h 1211197"/>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17 w 1179234"/>
              <a:gd name="connsiteY0" fmla="*/ 1165967 h 1181355"/>
              <a:gd name="connsiteX1" fmla="*/ 474512 w 1179234"/>
              <a:gd name="connsiteY1" fmla="*/ 68174 h 1181355"/>
              <a:gd name="connsiteX2" fmla="*/ 512159 w 1179234"/>
              <a:gd name="connsiteY2" fmla="*/ 543 h 1181355"/>
              <a:gd name="connsiteX3" fmla="*/ 565189 w 1179234"/>
              <a:gd name="connsiteY3" fmla="*/ 58625 h 1181355"/>
              <a:gd name="connsiteX4" fmla="*/ 1123949 w 1179234"/>
              <a:gd name="connsiteY4" fmla="*/ 1033507 h 1181355"/>
              <a:gd name="connsiteX5" fmla="*/ 1170968 w 1179234"/>
              <a:gd name="connsiteY5" fmla="*/ 1160059 h 1181355"/>
              <a:gd name="connsiteX6" fmla="*/ 17 w 1179234"/>
              <a:gd name="connsiteY6" fmla="*/ 1165967 h 1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234" h="1181355">
                <a:moveTo>
                  <a:pt x="17" y="1165967"/>
                </a:moveTo>
                <a:cubicBezTo>
                  <a:pt x="31711" y="1023663"/>
                  <a:pt x="332508" y="328732"/>
                  <a:pt x="474512" y="68174"/>
                </a:cubicBezTo>
                <a:cubicBezTo>
                  <a:pt x="496334" y="21109"/>
                  <a:pt x="497046" y="2135"/>
                  <a:pt x="512159" y="543"/>
                </a:cubicBezTo>
                <a:cubicBezTo>
                  <a:pt x="527272" y="-1048"/>
                  <a:pt x="526273" y="-3185"/>
                  <a:pt x="565189" y="58625"/>
                </a:cubicBezTo>
                <a:cubicBezTo>
                  <a:pt x="671797" y="227950"/>
                  <a:pt x="989819" y="789183"/>
                  <a:pt x="1123949" y="1033507"/>
                </a:cubicBezTo>
                <a:cubicBezTo>
                  <a:pt x="1165859" y="1109188"/>
                  <a:pt x="1194005" y="1143068"/>
                  <a:pt x="1170968" y="1160059"/>
                </a:cubicBezTo>
                <a:cubicBezTo>
                  <a:pt x="1135292" y="1174017"/>
                  <a:pt x="-5131" y="1196842"/>
                  <a:pt x="17" y="1165967"/>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6BDCCD7B-1AA1-9926-7327-DF59B2CF66E3}"/>
              </a:ext>
            </a:extLst>
          </p:cNvPr>
          <p:cNvSpPr/>
          <p:nvPr/>
        </p:nvSpPr>
        <p:spPr>
          <a:xfrm rot="13174781">
            <a:off x="9960866" y="3904502"/>
            <a:ext cx="2607437" cy="2846432"/>
          </a:xfrm>
          <a:custGeom>
            <a:avLst/>
            <a:gdLst>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228517 w 2607437"/>
              <a:gd name="connsiteY13" fmla="*/ 142418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07437" h="2846432">
                <a:moveTo>
                  <a:pt x="2469871" y="2360682"/>
                </a:moveTo>
                <a:cubicBezTo>
                  <a:pt x="2462856" y="2375900"/>
                  <a:pt x="2395566" y="2351575"/>
                  <a:pt x="2286960" y="2313770"/>
                </a:cubicBezTo>
                <a:cubicBezTo>
                  <a:pt x="2142151" y="2263362"/>
                  <a:pt x="1766511" y="2094856"/>
                  <a:pt x="1577519" y="2042069"/>
                </a:cubicBezTo>
                <a:cubicBezTo>
                  <a:pt x="1550277" y="2227284"/>
                  <a:pt x="1528026" y="2675980"/>
                  <a:pt x="1480545" y="2845625"/>
                </a:cubicBezTo>
                <a:cubicBezTo>
                  <a:pt x="1400483" y="2874097"/>
                  <a:pt x="1056419" y="2140505"/>
                  <a:pt x="1038789" y="2144803"/>
                </a:cubicBezTo>
                <a:cubicBezTo>
                  <a:pt x="1015336" y="2150520"/>
                  <a:pt x="931527" y="2206516"/>
                  <a:pt x="826811" y="2278135"/>
                </a:cubicBezTo>
                <a:lnTo>
                  <a:pt x="814279" y="2286725"/>
                </a:lnTo>
                <a:lnTo>
                  <a:pt x="553572" y="1971358"/>
                </a:lnTo>
                <a:lnTo>
                  <a:pt x="584268" y="1903177"/>
                </a:lnTo>
                <a:cubicBezTo>
                  <a:pt x="600257" y="1864533"/>
                  <a:pt x="613534" y="1828370"/>
                  <a:pt x="622926" y="1796063"/>
                </a:cubicBezTo>
                <a:cubicBezTo>
                  <a:pt x="610005" y="1785588"/>
                  <a:pt x="542156" y="1778684"/>
                  <a:pt x="447174" y="1772966"/>
                </a:cubicBezTo>
                <a:lnTo>
                  <a:pt x="386871" y="1769705"/>
                </a:lnTo>
                <a:lnTo>
                  <a:pt x="129765" y="1458692"/>
                </a:lnTo>
                <a:cubicBezTo>
                  <a:pt x="162682" y="1447189"/>
                  <a:pt x="304933" y="1393399"/>
                  <a:pt x="407783" y="1358440"/>
                </a:cubicBezTo>
                <a:cubicBezTo>
                  <a:pt x="541078" y="1312111"/>
                  <a:pt x="575062" y="1302776"/>
                  <a:pt x="574480" y="1274767"/>
                </a:cubicBezTo>
                <a:cubicBezTo>
                  <a:pt x="441593" y="1068238"/>
                  <a:pt x="42137" y="649315"/>
                  <a:pt x="0" y="504513"/>
                </a:cubicBezTo>
                <a:cubicBezTo>
                  <a:pt x="65462" y="479621"/>
                  <a:pt x="877205" y="847056"/>
                  <a:pt x="933950" y="858136"/>
                </a:cubicBezTo>
                <a:cubicBezTo>
                  <a:pt x="988324" y="732068"/>
                  <a:pt x="1176411" y="-47146"/>
                  <a:pt x="1235817" y="2249"/>
                </a:cubicBezTo>
                <a:cubicBezTo>
                  <a:pt x="1349514" y="342754"/>
                  <a:pt x="1450804" y="970443"/>
                  <a:pt x="1478622" y="949981"/>
                </a:cubicBezTo>
                <a:cubicBezTo>
                  <a:pt x="1835779" y="759206"/>
                  <a:pt x="2261201" y="400227"/>
                  <a:pt x="2369772" y="420031"/>
                </a:cubicBezTo>
                <a:cubicBezTo>
                  <a:pt x="2394684" y="429439"/>
                  <a:pt x="2298793" y="584227"/>
                  <a:pt x="2242481" y="665651"/>
                </a:cubicBezTo>
                <a:cubicBezTo>
                  <a:pt x="2173931" y="769818"/>
                  <a:pt x="1883005" y="1184074"/>
                  <a:pt x="1891172" y="1206497"/>
                </a:cubicBezTo>
                <a:cubicBezTo>
                  <a:pt x="1936929" y="1247637"/>
                  <a:pt x="2530138" y="1315803"/>
                  <a:pt x="2607391" y="1376435"/>
                </a:cubicBezTo>
                <a:cubicBezTo>
                  <a:pt x="2612872" y="1459987"/>
                  <a:pt x="2137411" y="1554478"/>
                  <a:pt x="1846557" y="1676109"/>
                </a:cubicBezTo>
                <a:cubicBezTo>
                  <a:pt x="1967447" y="1793352"/>
                  <a:pt x="2297748" y="2122904"/>
                  <a:pt x="2456093" y="2331319"/>
                </a:cubicBezTo>
                <a:cubicBezTo>
                  <a:pt x="2467851" y="2346144"/>
                  <a:pt x="2472209" y="2355610"/>
                  <a:pt x="2469871" y="236068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Title 11">
            <a:extLst>
              <a:ext uri="{FF2B5EF4-FFF2-40B4-BE49-F238E27FC236}">
                <a16:creationId xmlns:a16="http://schemas.microsoft.com/office/drawing/2014/main" id="{5F89FA1D-9919-9AF3-06C3-17B8A5D5A6ED}"/>
              </a:ext>
            </a:extLst>
          </p:cNvPr>
          <p:cNvSpPr>
            <a:spLocks noGrp="1"/>
          </p:cNvSpPr>
          <p:nvPr>
            <p:ph type="title"/>
          </p:nvPr>
        </p:nvSpPr>
        <p:spPr>
          <a:xfrm>
            <a:off x="699660" y="1083226"/>
            <a:ext cx="5185661" cy="2877465"/>
          </a:xfrm>
        </p:spPr>
        <p:txBody>
          <a:bodyPr anchor="t"/>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50B96C61-0A57-826F-BD29-338308CE78A8}"/>
              </a:ext>
            </a:extLst>
          </p:cNvPr>
          <p:cNvSpPr>
            <a:spLocks noGrp="1"/>
          </p:cNvSpPr>
          <p:nvPr>
            <p:ph type="subTitle" idx="1"/>
          </p:nvPr>
        </p:nvSpPr>
        <p:spPr>
          <a:xfrm>
            <a:off x="699659" y="4721088"/>
            <a:ext cx="431430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36" name="Group 35">
            <a:extLst>
              <a:ext uri="{FF2B5EF4-FFF2-40B4-BE49-F238E27FC236}">
                <a16:creationId xmlns:a16="http://schemas.microsoft.com/office/drawing/2014/main" id="{5EAF9E45-4937-3C64-DBBE-4343228C40AA}"/>
              </a:ext>
            </a:extLst>
          </p:cNvPr>
          <p:cNvGrpSpPr/>
          <p:nvPr/>
        </p:nvGrpSpPr>
        <p:grpSpPr>
          <a:xfrm flipH="1">
            <a:off x="8237290" y="4982118"/>
            <a:ext cx="898791" cy="481789"/>
            <a:chOff x="5447388" y="3100610"/>
            <a:chExt cx="1500891" cy="804540"/>
          </a:xfrm>
        </p:grpSpPr>
        <p:sp>
          <p:nvSpPr>
            <p:cNvPr id="37" name="Oval 36">
              <a:extLst>
                <a:ext uri="{FF2B5EF4-FFF2-40B4-BE49-F238E27FC236}">
                  <a16:creationId xmlns:a16="http://schemas.microsoft.com/office/drawing/2014/main" id="{89375AB3-D78B-1E03-2194-C1CCB6812104}"/>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C011D900-F22B-B59C-8F2E-F8D3950513E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657CA362-37FA-3401-2397-DD7709603566}"/>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528FEA7D-ED9C-3C07-353D-8B2DDED0806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F011A244-56FB-95A0-A98D-F66AF6E0C29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E9284E40-6452-7E81-AB2A-60EE0453740F}"/>
              </a:ext>
            </a:extLst>
          </p:cNvPr>
          <p:cNvGrpSpPr/>
          <p:nvPr/>
        </p:nvGrpSpPr>
        <p:grpSpPr>
          <a:xfrm rot="20796810" flipH="1">
            <a:off x="5944178" y="5787705"/>
            <a:ext cx="704635" cy="488753"/>
            <a:chOff x="9839339" y="677159"/>
            <a:chExt cx="751991" cy="521600"/>
          </a:xfrm>
        </p:grpSpPr>
        <p:sp>
          <p:nvSpPr>
            <p:cNvPr id="11" name="Freeform: Shape 10">
              <a:extLst>
                <a:ext uri="{FF2B5EF4-FFF2-40B4-BE49-F238E27FC236}">
                  <a16:creationId xmlns:a16="http://schemas.microsoft.com/office/drawing/2014/main" id="{3E7E4D24-DFBF-1C47-5A17-6139849EF7A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C992155-AC7D-B636-A4E3-1DC3E728D2ED}"/>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CEE8E29-1CAB-5570-A715-39109B68A94D}"/>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3095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504AA646-88AD-4803-5E2E-52C8BD993F36}"/>
              </a:ext>
            </a:extLst>
          </p:cNvPr>
          <p:cNvSpPr>
            <a:spLocks noGrp="1"/>
          </p:cNvSpPr>
          <p:nvPr>
            <p:ph type="title"/>
          </p:nvPr>
        </p:nvSpPr>
        <p:spPr>
          <a:xfrm>
            <a:off x="699660" y="1790060"/>
            <a:ext cx="6308041" cy="3277880"/>
          </a:xfrm>
        </p:spPr>
        <p:txBody>
          <a:bodyPr/>
          <a:lstStyle>
            <a:lvl1pPr>
              <a:defRPr sz="7200"/>
            </a:lvl1pPr>
          </a:lstStyle>
          <a:p>
            <a:r>
              <a:rPr lang="en-US"/>
              <a:t>Click to edit Master title style</a:t>
            </a:r>
          </a:p>
        </p:txBody>
      </p:sp>
      <p:sp>
        <p:nvSpPr>
          <p:cNvPr id="16" name="Subtitle 2">
            <a:extLst>
              <a:ext uri="{FF2B5EF4-FFF2-40B4-BE49-F238E27FC236}">
                <a16:creationId xmlns:a16="http://schemas.microsoft.com/office/drawing/2014/main" id="{D2AEC607-3DA9-BC59-D414-70860644FC47}"/>
              </a:ext>
            </a:extLst>
          </p:cNvPr>
          <p:cNvSpPr>
            <a:spLocks noGrp="1"/>
          </p:cNvSpPr>
          <p:nvPr>
            <p:ph type="subTitle" idx="1"/>
          </p:nvPr>
        </p:nvSpPr>
        <p:spPr>
          <a:xfrm>
            <a:off x="699659" y="5067940"/>
            <a:ext cx="4483511" cy="1078027"/>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699660" y="256032"/>
            <a:ext cx="3172685"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56350"/>
            <a:ext cx="2880610" cy="365125"/>
          </a:xfrm>
        </p:spPr>
        <p:txBody>
          <a:bodyPr/>
          <a:lstStyle>
            <a:lvl1pPr algn="l">
              <a:defRPr>
                <a:solidFill>
                  <a:schemeClr val="tx2"/>
                </a:solidFill>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11454245" y="6356350"/>
            <a:ext cx="547255" cy="365125"/>
          </a:xfrm>
        </p:spPr>
        <p:txBody>
          <a:bodyPr/>
          <a:lstStyle>
            <a:lvl1pPr>
              <a:defRPr>
                <a:solidFill>
                  <a:schemeClr val="tx2"/>
                </a:solidFill>
              </a:defRPr>
            </a:lvl1pPr>
          </a:lstStyle>
          <a:p>
            <a:fld id="{7CF79DB2-B0CF-4CB1-AE78-9ED1037C015C}" type="slidenum">
              <a:rPr lang="en-US" smtClean="0"/>
              <a:pPr/>
              <a:t>‹#›</a:t>
            </a:fld>
            <a:endParaRPr lang="en-US"/>
          </a:p>
        </p:txBody>
      </p:sp>
      <p:sp>
        <p:nvSpPr>
          <p:cNvPr id="7" name="Oval 28">
            <a:extLst>
              <a:ext uri="{FF2B5EF4-FFF2-40B4-BE49-F238E27FC236}">
                <a16:creationId xmlns:a16="http://schemas.microsoft.com/office/drawing/2014/main" id="{868B7AF0-A7AA-0BBE-D6E3-CE03625582C5}"/>
              </a:ext>
            </a:extLst>
          </p:cNvPr>
          <p:cNvSpPr/>
          <p:nvPr/>
        </p:nvSpPr>
        <p:spPr>
          <a:xfrm rot="2599426">
            <a:off x="9363569" y="1876067"/>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88900B3-1E3B-1B62-AA05-25A3376866ED}"/>
              </a:ext>
            </a:extLst>
          </p:cNvPr>
          <p:cNvGrpSpPr/>
          <p:nvPr/>
        </p:nvGrpSpPr>
        <p:grpSpPr>
          <a:xfrm rot="11355259">
            <a:off x="8850308" y="358242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78B9A385-74F6-5989-FC8A-DAEF31B5AA3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D9D6DF9-30B8-31BE-1C77-B0BE9EBB5A03}"/>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Freeform: Shape 10">
            <a:extLst>
              <a:ext uri="{FF2B5EF4-FFF2-40B4-BE49-F238E27FC236}">
                <a16:creationId xmlns:a16="http://schemas.microsoft.com/office/drawing/2014/main" id="{34B99ACD-54A2-3D47-95FE-F1AA348784AB}"/>
              </a:ext>
            </a:extLst>
          </p:cNvPr>
          <p:cNvSpPr/>
          <p:nvPr/>
        </p:nvSpPr>
        <p:spPr>
          <a:xfrm rot="10580307">
            <a:off x="8703723" y="5657235"/>
            <a:ext cx="2324888" cy="116370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74718"/>
              <a:gd name="connsiteX1" fmla="*/ 116789 w 2876897"/>
              <a:gd name="connsiteY1" fmla="*/ 590029 h 1574718"/>
              <a:gd name="connsiteX2" fmla="*/ 0 w 2876897"/>
              <a:gd name="connsiteY2" fmla="*/ 83689 h 1574718"/>
              <a:gd name="connsiteX3" fmla="*/ 574390 w 2876897"/>
              <a:gd name="connsiteY3" fmla="*/ 0 h 1574718"/>
              <a:gd name="connsiteX4" fmla="*/ 592822 w 2876897"/>
              <a:gd name="connsiteY4" fmla="*/ 142333 h 1574718"/>
              <a:gd name="connsiteX5" fmla="*/ 1077920 w 2876897"/>
              <a:gd name="connsiteY5" fmla="*/ 764841 h 1574718"/>
              <a:gd name="connsiteX6" fmla="*/ 1791731 w 2876897"/>
              <a:gd name="connsiteY6" fmla="*/ 767945 h 1574718"/>
              <a:gd name="connsiteX7" fmla="*/ 2126592 w 2876897"/>
              <a:gd name="connsiteY7" fmla="*/ 478752 h 1574718"/>
              <a:gd name="connsiteX8" fmla="*/ 2208519 w 2876897"/>
              <a:gd name="connsiteY8" fmla="*/ 9545 h 1574718"/>
              <a:gd name="connsiteX9" fmla="*/ 2876897 w 2876897"/>
              <a:gd name="connsiteY9" fmla="*/ 39276 h 1574718"/>
              <a:gd name="connsiteX10" fmla="*/ 2084403 w 2876897"/>
              <a:gd name="connsiteY10" fmla="*/ 1412939 h 1574718"/>
              <a:gd name="connsiteX11" fmla="*/ 698505 w 2876897"/>
              <a:gd name="connsiteY11" fmla="*/ 1390335 h 1574718"/>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70872">
                <a:moveTo>
                  <a:pt x="698505" y="1390335"/>
                </a:moveTo>
                <a:cubicBezTo>
                  <a:pt x="382179" y="1190875"/>
                  <a:pt x="214444" y="852303"/>
                  <a:pt x="116789" y="590029"/>
                </a:cubicBezTo>
                <a:cubicBezTo>
                  <a:pt x="19134" y="3277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198593" y="208259"/>
                  <a:pt x="2208519" y="9545"/>
                </a:cubicBezTo>
                <a:cubicBezTo>
                  <a:pt x="2430514" y="14701"/>
                  <a:pt x="2654902" y="34120"/>
                  <a:pt x="2876897" y="39276"/>
                </a:cubicBezTo>
                <a:cubicBezTo>
                  <a:pt x="2854819" y="291776"/>
                  <a:pt x="2709634" y="1124828"/>
                  <a:pt x="2084403" y="1412939"/>
                </a:cubicBezTo>
                <a:cubicBezTo>
                  <a:pt x="1554216" y="1666223"/>
                  <a:pt x="1052550" y="1582069"/>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6CAD07E7-1971-8A2D-AD23-08B6173C27EB}"/>
              </a:ext>
            </a:extLst>
          </p:cNvPr>
          <p:cNvGrpSpPr/>
          <p:nvPr/>
        </p:nvGrpSpPr>
        <p:grpSpPr>
          <a:xfrm flipH="1">
            <a:off x="9544338" y="4891989"/>
            <a:ext cx="682710" cy="365961"/>
            <a:chOff x="5447388" y="3100610"/>
            <a:chExt cx="1500891" cy="804540"/>
          </a:xfrm>
        </p:grpSpPr>
        <p:sp>
          <p:nvSpPr>
            <p:cNvPr id="25" name="Oval 24">
              <a:extLst>
                <a:ext uri="{FF2B5EF4-FFF2-40B4-BE49-F238E27FC236}">
                  <a16:creationId xmlns:a16="http://schemas.microsoft.com/office/drawing/2014/main" id="{C0234326-0CED-CB5C-11CA-B9F9ABD025C4}"/>
                </a:ext>
              </a:extLst>
            </p:cNvPr>
            <p:cNvSpPr/>
            <p:nvPr/>
          </p:nvSpPr>
          <p:spPr>
            <a:xfrm>
              <a:off x="5447388" y="3266522"/>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EEBEA76-4964-F79F-3F50-ADF0CE441925}"/>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Oval 26">
              <a:extLst>
                <a:ext uri="{FF2B5EF4-FFF2-40B4-BE49-F238E27FC236}">
                  <a16:creationId xmlns:a16="http://schemas.microsoft.com/office/drawing/2014/main" id="{F7B865F8-CBDB-79B7-B613-23BCD096BA98}"/>
                </a:ext>
              </a:extLst>
            </p:cNvPr>
            <p:cNvSpPr/>
            <p:nvPr/>
          </p:nvSpPr>
          <p:spPr>
            <a:xfrm>
              <a:off x="6406985" y="3100610"/>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84B0084-33EF-03D3-8957-19C35428744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58A0B993-D4A1-D95D-A1C5-61183FB6B71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6571168F-C677-7D4B-6653-C4B6834D502F}"/>
              </a:ext>
            </a:extLst>
          </p:cNvPr>
          <p:cNvGrpSpPr/>
          <p:nvPr/>
        </p:nvGrpSpPr>
        <p:grpSpPr>
          <a:xfrm flipH="1">
            <a:off x="9928075" y="2692230"/>
            <a:ext cx="689925" cy="505840"/>
            <a:chOff x="-1705172" y="5397119"/>
            <a:chExt cx="689925" cy="505840"/>
          </a:xfrm>
        </p:grpSpPr>
        <p:grpSp>
          <p:nvGrpSpPr>
            <p:cNvPr id="41" name="Group 40">
              <a:extLst>
                <a:ext uri="{FF2B5EF4-FFF2-40B4-BE49-F238E27FC236}">
                  <a16:creationId xmlns:a16="http://schemas.microsoft.com/office/drawing/2014/main" id="{0EEB260C-C108-58BC-1768-95F4FDAA3C2C}"/>
                </a:ext>
              </a:extLst>
            </p:cNvPr>
            <p:cNvGrpSpPr/>
            <p:nvPr/>
          </p:nvGrpSpPr>
          <p:grpSpPr>
            <a:xfrm>
              <a:off x="-1705172" y="5397119"/>
              <a:ext cx="689925" cy="312906"/>
              <a:chOff x="1162566" y="1754387"/>
              <a:chExt cx="689925" cy="312906"/>
            </a:xfrm>
          </p:grpSpPr>
          <p:sp>
            <p:nvSpPr>
              <p:cNvPr id="42" name="Oval 41">
                <a:extLst>
                  <a:ext uri="{FF2B5EF4-FFF2-40B4-BE49-F238E27FC236}">
                    <a16:creationId xmlns:a16="http://schemas.microsoft.com/office/drawing/2014/main" id="{82E7184E-F39A-24C0-6783-005B085C97CD}"/>
                  </a:ext>
                </a:extLst>
              </p:cNvPr>
              <p:cNvSpPr/>
              <p:nvPr/>
            </p:nvSpPr>
            <p:spPr>
              <a:xfrm rot="21262796" flipV="1">
                <a:off x="1162566" y="1771850"/>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D3A277D9-10C5-41EC-734C-F14268332A3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Oval 43">
                <a:extLst>
                  <a:ext uri="{FF2B5EF4-FFF2-40B4-BE49-F238E27FC236}">
                    <a16:creationId xmlns:a16="http://schemas.microsoft.com/office/drawing/2014/main" id="{E2BC01F3-1549-0246-F04A-8E210346DBC1}"/>
                  </a:ext>
                </a:extLst>
              </p:cNvPr>
              <p:cNvSpPr/>
              <p:nvPr/>
            </p:nvSpPr>
            <p:spPr>
              <a:xfrm rot="21262796" flipV="1">
                <a:off x="1575997" y="1754387"/>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73C6389-EB2E-3EA3-76E5-5E11313C18A5}"/>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6" name="Oval 45">
              <a:extLst>
                <a:ext uri="{FF2B5EF4-FFF2-40B4-BE49-F238E27FC236}">
                  <a16:creationId xmlns:a16="http://schemas.microsoft.com/office/drawing/2014/main" id="{FA675028-D4AF-D8AF-D473-2CB1F967EE0F}"/>
                </a:ext>
              </a:extLst>
            </p:cNvPr>
            <p:cNvSpPr/>
            <p:nvPr/>
          </p:nvSpPr>
          <p:spPr>
            <a:xfrm rot="5784107">
              <a:off x="-1424104" y="5771915"/>
              <a:ext cx="124751" cy="137337"/>
            </a:xfrm>
            <a:prstGeom prst="ellipse">
              <a:avLst/>
            </a:prstGeom>
            <a:noFill/>
            <a:ln w="539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05843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dirty="0"/>
              <a:t>Click to edit Master title style</a:t>
            </a:r>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userDrawn="1"/>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3925923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8374853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44C0DB9-3084-BE71-B330-4AFEA2260BDE}"/>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8" name="Picture Placeholder 17">
            <a:extLst>
              <a:ext uri="{FF2B5EF4-FFF2-40B4-BE49-F238E27FC236}">
                <a16:creationId xmlns:a16="http://schemas.microsoft.com/office/drawing/2014/main" id="{B84535D2-B6BE-C1F1-4440-026034224D64}"/>
              </a:ext>
            </a:extLst>
          </p:cNvPr>
          <p:cNvSpPr>
            <a:spLocks noGrp="1"/>
          </p:cNvSpPr>
          <p:nvPr>
            <p:ph type="pic" sz="quarter" idx="13" hasCustomPrompt="1"/>
          </p:nvPr>
        </p:nvSpPr>
        <p:spPr>
          <a:xfrm>
            <a:off x="0" y="0"/>
            <a:ext cx="12192000" cy="6858000"/>
          </a:xfrm>
          <a:custGeom>
            <a:avLst/>
            <a:gdLst>
              <a:gd name="connsiteX0" fmla="*/ 2090788 w 12192000"/>
              <a:gd name="connsiteY0" fmla="*/ 1375087 h 6858000"/>
              <a:gd name="connsiteX1" fmla="*/ 1032421 w 12192000"/>
              <a:gd name="connsiteY1" fmla="*/ 1392798 h 6858000"/>
              <a:gd name="connsiteX2" fmla="*/ 1153071 w 12192000"/>
              <a:gd name="connsiteY2" fmla="*/ 5642006 h 6858000"/>
              <a:gd name="connsiteX3" fmla="*/ 2502329 w 12192000"/>
              <a:gd name="connsiteY3" fmla="*/ 5648815 h 6858000"/>
              <a:gd name="connsiteX4" fmla="*/ 2758048 w 12192000"/>
              <a:gd name="connsiteY4" fmla="*/ 5646168 h 6858000"/>
              <a:gd name="connsiteX5" fmla="*/ 2778972 w 12192000"/>
              <a:gd name="connsiteY5" fmla="*/ 5665367 h 6858000"/>
              <a:gd name="connsiteX6" fmla="*/ 2577337 w 12192000"/>
              <a:gd name="connsiteY6" fmla="*/ 5769530 h 6858000"/>
              <a:gd name="connsiteX7" fmla="*/ 2784291 w 12192000"/>
              <a:gd name="connsiteY7" fmla="*/ 5802360 h 6858000"/>
              <a:gd name="connsiteX8" fmla="*/ 2734972 w 12192000"/>
              <a:gd name="connsiteY8" fmla="*/ 5899590 h 6858000"/>
              <a:gd name="connsiteX9" fmla="*/ 2677469 w 12192000"/>
              <a:gd name="connsiteY9" fmla="*/ 6038710 h 6858000"/>
              <a:gd name="connsiteX10" fmla="*/ 2918179 w 12192000"/>
              <a:gd name="connsiteY10" fmla="*/ 5856059 h 6858000"/>
              <a:gd name="connsiteX11" fmla="*/ 3019529 w 12192000"/>
              <a:gd name="connsiteY11" fmla="*/ 6122558 h 6858000"/>
              <a:gd name="connsiteX12" fmla="*/ 3078916 w 12192000"/>
              <a:gd name="connsiteY12" fmla="*/ 5864819 h 6858000"/>
              <a:gd name="connsiteX13" fmla="*/ 3389748 w 12192000"/>
              <a:gd name="connsiteY13" fmla="*/ 5919826 h 6858000"/>
              <a:gd name="connsiteX14" fmla="*/ 3174920 w 12192000"/>
              <a:gd name="connsiteY14" fmla="*/ 5737749 h 6858000"/>
              <a:gd name="connsiteX15" fmla="*/ 3306588 w 12192000"/>
              <a:gd name="connsiteY15" fmla="*/ 5664030 h 6858000"/>
              <a:gd name="connsiteX16" fmla="*/ 3350491 w 12192000"/>
              <a:gd name="connsiteY16" fmla="*/ 5638309 h 6858000"/>
              <a:gd name="connsiteX17" fmla="*/ 3774234 w 12192000"/>
              <a:gd name="connsiteY17" fmla="*/ 5632184 h 6858000"/>
              <a:gd name="connsiteX18" fmla="*/ 4628309 w 12192000"/>
              <a:gd name="connsiteY18" fmla="*/ 5622956 h 6858000"/>
              <a:gd name="connsiteX19" fmla="*/ 4628309 w 12192000"/>
              <a:gd name="connsiteY19" fmla="*/ 1440423 h 6858000"/>
              <a:gd name="connsiteX20" fmla="*/ 2090788 w 12192000"/>
              <a:gd name="connsiteY20" fmla="*/ 1375087 h 6858000"/>
              <a:gd name="connsiteX21" fmla="*/ 0 w 12192000"/>
              <a:gd name="connsiteY21" fmla="*/ 0 h 6858000"/>
              <a:gd name="connsiteX22" fmla="*/ 12192000 w 12192000"/>
              <a:gd name="connsiteY22" fmla="*/ 0 h 6858000"/>
              <a:gd name="connsiteX23" fmla="*/ 12192000 w 12192000"/>
              <a:gd name="connsiteY23" fmla="*/ 6858000 h 6858000"/>
              <a:gd name="connsiteX24" fmla="*/ 0 w 12192000"/>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6858000">
                <a:moveTo>
                  <a:pt x="2090788" y="1375087"/>
                </a:moveTo>
                <a:cubicBezTo>
                  <a:pt x="1727581" y="1375865"/>
                  <a:pt x="1365416" y="1381156"/>
                  <a:pt x="1032421" y="1392798"/>
                </a:cubicBezTo>
                <a:cubicBezTo>
                  <a:pt x="1044063" y="2888576"/>
                  <a:pt x="1083357" y="4815539"/>
                  <a:pt x="1153071" y="5642006"/>
                </a:cubicBezTo>
                <a:cubicBezTo>
                  <a:pt x="1626767" y="5651531"/>
                  <a:pt x="2070994" y="5652127"/>
                  <a:pt x="2502329" y="5648815"/>
                </a:cubicBezTo>
                <a:lnTo>
                  <a:pt x="2758048" y="5646168"/>
                </a:lnTo>
                <a:lnTo>
                  <a:pt x="2778972" y="5665367"/>
                </a:lnTo>
                <a:cubicBezTo>
                  <a:pt x="2691891" y="5717203"/>
                  <a:pt x="2573013" y="5745514"/>
                  <a:pt x="2577337" y="5769530"/>
                </a:cubicBezTo>
                <a:cubicBezTo>
                  <a:pt x="2601694" y="5784559"/>
                  <a:pt x="2758019" y="5780683"/>
                  <a:pt x="2784291" y="5802360"/>
                </a:cubicBezTo>
                <a:lnTo>
                  <a:pt x="2734972" y="5899590"/>
                </a:lnTo>
                <a:cubicBezTo>
                  <a:pt x="2721332" y="5925013"/>
                  <a:pt x="2678074" y="6003183"/>
                  <a:pt x="2677469" y="6038710"/>
                </a:cubicBezTo>
                <a:cubicBezTo>
                  <a:pt x="2709559" y="6040889"/>
                  <a:pt x="2814134" y="5925672"/>
                  <a:pt x="2918179" y="5856059"/>
                </a:cubicBezTo>
                <a:cubicBezTo>
                  <a:pt x="2941318" y="5915884"/>
                  <a:pt x="2975453" y="6027676"/>
                  <a:pt x="3019529" y="6122558"/>
                </a:cubicBezTo>
                <a:cubicBezTo>
                  <a:pt x="3047396" y="6055617"/>
                  <a:pt x="3054544" y="5905664"/>
                  <a:pt x="3078916" y="5864819"/>
                </a:cubicBezTo>
                <a:cubicBezTo>
                  <a:pt x="3095712" y="5866169"/>
                  <a:pt x="3299774" y="5914761"/>
                  <a:pt x="3389748" y="5919826"/>
                </a:cubicBezTo>
                <a:cubicBezTo>
                  <a:pt x="3375298" y="5888538"/>
                  <a:pt x="3203182" y="5787110"/>
                  <a:pt x="3174920" y="5737749"/>
                </a:cubicBezTo>
                <a:cubicBezTo>
                  <a:pt x="3210137" y="5715627"/>
                  <a:pt x="3258629" y="5690617"/>
                  <a:pt x="3306588" y="5664030"/>
                </a:cubicBezTo>
                <a:lnTo>
                  <a:pt x="3350491" y="5638309"/>
                </a:lnTo>
                <a:lnTo>
                  <a:pt x="3774234" y="5632184"/>
                </a:lnTo>
                <a:cubicBezTo>
                  <a:pt x="4055651" y="5628116"/>
                  <a:pt x="4338706" y="5624544"/>
                  <a:pt x="4628309" y="5622956"/>
                </a:cubicBezTo>
                <a:cubicBezTo>
                  <a:pt x="4669584" y="5044753"/>
                  <a:pt x="4672759" y="2844126"/>
                  <a:pt x="4628309" y="1440423"/>
                </a:cubicBezTo>
                <a:cubicBezTo>
                  <a:pt x="4279406" y="1411055"/>
                  <a:pt x="3180409" y="1372756"/>
                  <a:pt x="2090788" y="1375087"/>
                </a:cubicBezTo>
                <a:close/>
                <a:moveTo>
                  <a:pt x="0" y="0"/>
                </a:moveTo>
                <a:lnTo>
                  <a:pt x="12192000" y="0"/>
                </a:lnTo>
                <a:lnTo>
                  <a:pt x="12192000"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1356852" y="1828800"/>
            <a:ext cx="2967246" cy="2280895"/>
          </a:xfrm>
        </p:spPr>
        <p:txBody>
          <a:bodyPr anchor="ctr">
            <a:normAutofit/>
          </a:bodyPr>
          <a:lstStyle>
            <a:lvl1pPr algn="ctr">
              <a:defRPr sz="5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1632156" y="4278943"/>
            <a:ext cx="2477728" cy="855625"/>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tx1"/>
                </a:solidFill>
                <a:effectLst>
                  <a:outerShdw blurRad="38100" dist="38100" dir="2700000" algn="tl">
                    <a:srgbClr val="000000">
                      <a:alpha val="43137"/>
                    </a:srgbClr>
                  </a:outerShdw>
                </a:effectLst>
              </a:defRPr>
            </a:lvl1pPr>
          </a:lstStyle>
          <a:p>
            <a:endParaRPr lang="en-US" dirty="0">
              <a:solidFill>
                <a:schemeClr val="tx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tx1"/>
                </a:solidFill>
                <a:effectLst>
                  <a:outerShdw blurRad="38100" dist="38100" dir="2700000" algn="tl">
                    <a:srgbClr val="000000">
                      <a:alpha val="43137"/>
                    </a:srgbClr>
                  </a:outerShdw>
                </a:effectLst>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tx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
        <p:nvSpPr>
          <p:cNvPr id="14" name="Star: 7 Points 2">
            <a:extLst>
              <a:ext uri="{FF2B5EF4-FFF2-40B4-BE49-F238E27FC236}">
                <a16:creationId xmlns:a16="http://schemas.microsoft.com/office/drawing/2014/main" id="{1E1E1D87-57A3-95D9-A38B-F767CF68A551}"/>
              </a:ext>
            </a:extLst>
          </p:cNvPr>
          <p:cNvSpPr/>
          <p:nvPr/>
        </p:nvSpPr>
        <p:spPr>
          <a:xfrm rot="10412872">
            <a:off x="2569942" y="5267763"/>
            <a:ext cx="873506" cy="85640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5004025"/>
              <a:gd name="connsiteX1" fmla="*/ 1612941 w 5102525"/>
              <a:gd name="connsiteY1" fmla="*/ 2131595 h 5004025"/>
              <a:gd name="connsiteX2" fmla="*/ 485506 w 5102525"/>
              <a:gd name="connsiteY2" fmla="*/ 933726 h 5004025"/>
              <a:gd name="connsiteX3" fmla="*/ 2253600 w 5102525"/>
              <a:gd name="connsiteY3" fmla="*/ 1457047 h 5004025"/>
              <a:gd name="connsiteX4" fmla="*/ 2767493 w 5102525"/>
              <a:gd name="connsiteY4" fmla="*/ 0 h 5004025"/>
              <a:gd name="connsiteX5" fmla="*/ 3180840 w 5102525"/>
              <a:gd name="connsiteY5" fmla="*/ 1613401 h 5004025"/>
              <a:gd name="connsiteX6" fmla="*/ 4697917 w 5102525"/>
              <a:gd name="connsiteY6" fmla="*/ 711224 h 5004025"/>
              <a:gd name="connsiteX7" fmla="*/ 4272825 w 5102525"/>
              <a:gd name="connsiteY7" fmla="*/ 1480991 h 5004025"/>
              <a:gd name="connsiteX8" fmla="*/ 3922732 w 5102525"/>
              <a:gd name="connsiteY8" fmla="*/ 2012985 h 5004025"/>
              <a:gd name="connsiteX9" fmla="*/ 5102434 w 5102525"/>
              <a:gd name="connsiteY9" fmla="*/ 2339389 h 5004025"/>
              <a:gd name="connsiteX10" fmla="*/ 3863684 w 5102525"/>
              <a:gd name="connsiteY10" fmla="*/ 2811641 h 5004025"/>
              <a:gd name="connsiteX11" fmla="*/ 4828313 w 5102525"/>
              <a:gd name="connsiteY11" fmla="*/ 3987432 h 5004025"/>
              <a:gd name="connsiteX12" fmla="*/ 3349200 w 5102525"/>
              <a:gd name="connsiteY12" fmla="*/ 3472552 h 5004025"/>
              <a:gd name="connsiteX13" fmla="*/ 3195237 w 5102525"/>
              <a:gd name="connsiteY13" fmla="*/ 5002640 h 5004025"/>
              <a:gd name="connsiteX14" fmla="*/ 2421951 w 5102525"/>
              <a:gd name="connsiteY14" fmla="*/ 3718173 h 5004025"/>
              <a:gd name="connsiteX15" fmla="*/ 1092964 w 5102525"/>
              <a:gd name="connsiteY15" fmla="*/ 4437056 h 5004025"/>
              <a:gd name="connsiteX16" fmla="*/ 1577326 w 5102525"/>
              <a:gd name="connsiteY16" fmla="*/ 2981795 h 5004025"/>
              <a:gd name="connsiteX17" fmla="*/ -1 w 5102525"/>
              <a:gd name="connsiteY17" fmla="*/ 2871567 h 5004025"/>
              <a:gd name="connsiteX0" fmla="*/ 1 w 5102527"/>
              <a:gd name="connsiteY0" fmla="*/ 2871567 h 5003927"/>
              <a:gd name="connsiteX1" fmla="*/ 1612943 w 5102527"/>
              <a:gd name="connsiteY1" fmla="*/ 2131595 h 5003927"/>
              <a:gd name="connsiteX2" fmla="*/ 485508 w 5102527"/>
              <a:gd name="connsiteY2" fmla="*/ 933726 h 5003927"/>
              <a:gd name="connsiteX3" fmla="*/ 2253602 w 5102527"/>
              <a:gd name="connsiteY3" fmla="*/ 1457047 h 5003927"/>
              <a:gd name="connsiteX4" fmla="*/ 2767495 w 5102527"/>
              <a:gd name="connsiteY4" fmla="*/ 0 h 5003927"/>
              <a:gd name="connsiteX5" fmla="*/ 3180842 w 5102527"/>
              <a:gd name="connsiteY5" fmla="*/ 1613401 h 5003927"/>
              <a:gd name="connsiteX6" fmla="*/ 4697919 w 5102527"/>
              <a:gd name="connsiteY6" fmla="*/ 711224 h 5003927"/>
              <a:gd name="connsiteX7" fmla="*/ 4272827 w 5102527"/>
              <a:gd name="connsiteY7" fmla="*/ 1480991 h 5003927"/>
              <a:gd name="connsiteX8" fmla="*/ 3922734 w 5102527"/>
              <a:gd name="connsiteY8" fmla="*/ 2012985 h 5003927"/>
              <a:gd name="connsiteX9" fmla="*/ 5102436 w 5102527"/>
              <a:gd name="connsiteY9" fmla="*/ 2339389 h 5003927"/>
              <a:gd name="connsiteX10" fmla="*/ 3863686 w 5102527"/>
              <a:gd name="connsiteY10" fmla="*/ 2811641 h 5003927"/>
              <a:gd name="connsiteX11" fmla="*/ 4828315 w 5102527"/>
              <a:gd name="connsiteY11" fmla="*/ 3987432 h 5003927"/>
              <a:gd name="connsiteX12" fmla="*/ 3349202 w 5102527"/>
              <a:gd name="connsiteY12" fmla="*/ 3472552 h 5003927"/>
              <a:gd name="connsiteX13" fmla="*/ 3195239 w 5102527"/>
              <a:gd name="connsiteY13" fmla="*/ 5002640 h 5003927"/>
              <a:gd name="connsiteX14" fmla="*/ 2421953 w 5102527"/>
              <a:gd name="connsiteY14" fmla="*/ 3718173 h 5003927"/>
              <a:gd name="connsiteX15" fmla="*/ 1092966 w 5102527"/>
              <a:gd name="connsiteY15" fmla="*/ 4437056 h 5003927"/>
              <a:gd name="connsiteX16" fmla="*/ 1577328 w 5102527"/>
              <a:gd name="connsiteY16" fmla="*/ 2981795 h 5003927"/>
              <a:gd name="connsiteX17" fmla="*/ 1 w 5102527"/>
              <a:gd name="connsiteY17" fmla="*/ 2871567 h 5003927"/>
              <a:gd name="connsiteX0" fmla="*/ -1 w 5102525"/>
              <a:gd name="connsiteY0" fmla="*/ 2871567 h 5004126"/>
              <a:gd name="connsiteX1" fmla="*/ 1612941 w 5102525"/>
              <a:gd name="connsiteY1" fmla="*/ 2131595 h 5004126"/>
              <a:gd name="connsiteX2" fmla="*/ 485506 w 5102525"/>
              <a:gd name="connsiteY2" fmla="*/ 933726 h 5004126"/>
              <a:gd name="connsiteX3" fmla="*/ 2253600 w 5102525"/>
              <a:gd name="connsiteY3" fmla="*/ 1457047 h 5004126"/>
              <a:gd name="connsiteX4" fmla="*/ 2767493 w 5102525"/>
              <a:gd name="connsiteY4" fmla="*/ 0 h 5004126"/>
              <a:gd name="connsiteX5" fmla="*/ 3180840 w 5102525"/>
              <a:gd name="connsiteY5" fmla="*/ 1613401 h 5004126"/>
              <a:gd name="connsiteX6" fmla="*/ 4697917 w 5102525"/>
              <a:gd name="connsiteY6" fmla="*/ 711224 h 5004126"/>
              <a:gd name="connsiteX7" fmla="*/ 4272825 w 5102525"/>
              <a:gd name="connsiteY7" fmla="*/ 1480991 h 5004126"/>
              <a:gd name="connsiteX8" fmla="*/ 3922732 w 5102525"/>
              <a:gd name="connsiteY8" fmla="*/ 2012985 h 5004126"/>
              <a:gd name="connsiteX9" fmla="*/ 5102434 w 5102525"/>
              <a:gd name="connsiteY9" fmla="*/ 2339389 h 5004126"/>
              <a:gd name="connsiteX10" fmla="*/ 3863684 w 5102525"/>
              <a:gd name="connsiteY10" fmla="*/ 2811641 h 5004126"/>
              <a:gd name="connsiteX11" fmla="*/ 4828313 w 5102525"/>
              <a:gd name="connsiteY11" fmla="*/ 3987432 h 5004126"/>
              <a:gd name="connsiteX12" fmla="*/ 3349200 w 5102525"/>
              <a:gd name="connsiteY12" fmla="*/ 3472552 h 5004126"/>
              <a:gd name="connsiteX13" fmla="*/ 3195237 w 5102525"/>
              <a:gd name="connsiteY13" fmla="*/ 5002640 h 5004126"/>
              <a:gd name="connsiteX14" fmla="*/ 2421951 w 5102525"/>
              <a:gd name="connsiteY14" fmla="*/ 3718173 h 5004126"/>
              <a:gd name="connsiteX15" fmla="*/ 1964565 w 5102525"/>
              <a:gd name="connsiteY15" fmla="*/ 3913413 h 5004126"/>
              <a:gd name="connsiteX16" fmla="*/ 1092964 w 5102525"/>
              <a:gd name="connsiteY16" fmla="*/ 4437056 h 5004126"/>
              <a:gd name="connsiteX17" fmla="*/ 1577326 w 5102525"/>
              <a:gd name="connsiteY17" fmla="*/ 2981795 h 5004126"/>
              <a:gd name="connsiteX18" fmla="*/ -1 w 5102525"/>
              <a:gd name="connsiteY18" fmla="*/ 2871567 h 5004126"/>
              <a:gd name="connsiteX0" fmla="*/ 1 w 5102527"/>
              <a:gd name="connsiteY0" fmla="*/ 2871567 h 5004065"/>
              <a:gd name="connsiteX1" fmla="*/ 1612943 w 5102527"/>
              <a:gd name="connsiteY1" fmla="*/ 2131595 h 5004065"/>
              <a:gd name="connsiteX2" fmla="*/ 485508 w 5102527"/>
              <a:gd name="connsiteY2" fmla="*/ 933726 h 5004065"/>
              <a:gd name="connsiteX3" fmla="*/ 2253602 w 5102527"/>
              <a:gd name="connsiteY3" fmla="*/ 1457047 h 5004065"/>
              <a:gd name="connsiteX4" fmla="*/ 2767495 w 5102527"/>
              <a:gd name="connsiteY4" fmla="*/ 0 h 5004065"/>
              <a:gd name="connsiteX5" fmla="*/ 3180842 w 5102527"/>
              <a:gd name="connsiteY5" fmla="*/ 1613401 h 5004065"/>
              <a:gd name="connsiteX6" fmla="*/ 4697919 w 5102527"/>
              <a:gd name="connsiteY6" fmla="*/ 711224 h 5004065"/>
              <a:gd name="connsiteX7" fmla="*/ 4272827 w 5102527"/>
              <a:gd name="connsiteY7" fmla="*/ 1480991 h 5004065"/>
              <a:gd name="connsiteX8" fmla="*/ 3922734 w 5102527"/>
              <a:gd name="connsiteY8" fmla="*/ 2012985 h 5004065"/>
              <a:gd name="connsiteX9" fmla="*/ 5102436 w 5102527"/>
              <a:gd name="connsiteY9" fmla="*/ 2339389 h 5004065"/>
              <a:gd name="connsiteX10" fmla="*/ 3863686 w 5102527"/>
              <a:gd name="connsiteY10" fmla="*/ 2811641 h 5004065"/>
              <a:gd name="connsiteX11" fmla="*/ 4828315 w 5102527"/>
              <a:gd name="connsiteY11" fmla="*/ 3987432 h 5004065"/>
              <a:gd name="connsiteX12" fmla="*/ 3349202 w 5102527"/>
              <a:gd name="connsiteY12" fmla="*/ 3472552 h 5004065"/>
              <a:gd name="connsiteX13" fmla="*/ 3195239 w 5102527"/>
              <a:gd name="connsiteY13" fmla="*/ 5002640 h 5004065"/>
              <a:gd name="connsiteX14" fmla="*/ 2421953 w 5102527"/>
              <a:gd name="connsiteY14" fmla="*/ 3718173 h 5004065"/>
              <a:gd name="connsiteX15" fmla="*/ 1964567 w 5102527"/>
              <a:gd name="connsiteY15" fmla="*/ 3913413 h 5004065"/>
              <a:gd name="connsiteX16" fmla="*/ 1092966 w 5102527"/>
              <a:gd name="connsiteY16" fmla="*/ 4437056 h 5004065"/>
              <a:gd name="connsiteX17" fmla="*/ 1577328 w 5102527"/>
              <a:gd name="connsiteY17" fmla="*/ 2981795 h 5004065"/>
              <a:gd name="connsiteX18" fmla="*/ 1 w 5102527"/>
              <a:gd name="connsiteY18" fmla="*/ 2871567 h 5004065"/>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3982"/>
              <a:gd name="connsiteX1" fmla="*/ 1612943 w 5102527"/>
              <a:gd name="connsiteY1" fmla="*/ 2131595 h 5003982"/>
              <a:gd name="connsiteX2" fmla="*/ 485508 w 5102527"/>
              <a:gd name="connsiteY2" fmla="*/ 933726 h 5003982"/>
              <a:gd name="connsiteX3" fmla="*/ 2253602 w 5102527"/>
              <a:gd name="connsiteY3" fmla="*/ 1457047 h 5003982"/>
              <a:gd name="connsiteX4" fmla="*/ 2767495 w 5102527"/>
              <a:gd name="connsiteY4" fmla="*/ 0 h 5003982"/>
              <a:gd name="connsiteX5" fmla="*/ 3180842 w 5102527"/>
              <a:gd name="connsiteY5" fmla="*/ 1613401 h 5003982"/>
              <a:gd name="connsiteX6" fmla="*/ 4697919 w 5102527"/>
              <a:gd name="connsiteY6" fmla="*/ 711224 h 5003982"/>
              <a:gd name="connsiteX7" fmla="*/ 4272827 w 5102527"/>
              <a:gd name="connsiteY7" fmla="*/ 1480991 h 5003982"/>
              <a:gd name="connsiteX8" fmla="*/ 3922734 w 5102527"/>
              <a:gd name="connsiteY8" fmla="*/ 2012985 h 5003982"/>
              <a:gd name="connsiteX9" fmla="*/ 5102436 w 5102527"/>
              <a:gd name="connsiteY9" fmla="*/ 2339389 h 5003982"/>
              <a:gd name="connsiteX10" fmla="*/ 3863686 w 5102527"/>
              <a:gd name="connsiteY10" fmla="*/ 2811641 h 5003982"/>
              <a:gd name="connsiteX11" fmla="*/ 4828315 w 5102527"/>
              <a:gd name="connsiteY11" fmla="*/ 3987432 h 5003982"/>
              <a:gd name="connsiteX12" fmla="*/ 3349202 w 5102527"/>
              <a:gd name="connsiteY12" fmla="*/ 3472552 h 5003982"/>
              <a:gd name="connsiteX13" fmla="*/ 3195239 w 5102527"/>
              <a:gd name="connsiteY13" fmla="*/ 5002640 h 5003982"/>
              <a:gd name="connsiteX14" fmla="*/ 2421953 w 5102527"/>
              <a:gd name="connsiteY14" fmla="*/ 3718173 h 5003982"/>
              <a:gd name="connsiteX15" fmla="*/ 1964567 w 5102527"/>
              <a:gd name="connsiteY15" fmla="*/ 3913413 h 5003982"/>
              <a:gd name="connsiteX16" fmla="*/ 1092966 w 5102527"/>
              <a:gd name="connsiteY16" fmla="*/ 4437056 h 5003982"/>
              <a:gd name="connsiteX17" fmla="*/ 1577328 w 5102527"/>
              <a:gd name="connsiteY17" fmla="*/ 2981795 h 5003982"/>
              <a:gd name="connsiteX18" fmla="*/ 1 w 5102527"/>
              <a:gd name="connsiteY18" fmla="*/ 2871567 h 5003982"/>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4076"/>
              <a:gd name="connsiteX1" fmla="*/ 1612943 w 5102527"/>
              <a:gd name="connsiteY1" fmla="*/ 2131595 h 5004076"/>
              <a:gd name="connsiteX2" fmla="*/ 485508 w 5102527"/>
              <a:gd name="connsiteY2" fmla="*/ 933726 h 5004076"/>
              <a:gd name="connsiteX3" fmla="*/ 2253602 w 5102527"/>
              <a:gd name="connsiteY3" fmla="*/ 1457047 h 5004076"/>
              <a:gd name="connsiteX4" fmla="*/ 2767495 w 5102527"/>
              <a:gd name="connsiteY4" fmla="*/ 0 h 5004076"/>
              <a:gd name="connsiteX5" fmla="*/ 3180842 w 5102527"/>
              <a:gd name="connsiteY5" fmla="*/ 1613401 h 5004076"/>
              <a:gd name="connsiteX6" fmla="*/ 4697919 w 5102527"/>
              <a:gd name="connsiteY6" fmla="*/ 711224 h 5004076"/>
              <a:gd name="connsiteX7" fmla="*/ 4272827 w 5102527"/>
              <a:gd name="connsiteY7" fmla="*/ 1480991 h 5004076"/>
              <a:gd name="connsiteX8" fmla="*/ 3922734 w 5102527"/>
              <a:gd name="connsiteY8" fmla="*/ 2012985 h 5004076"/>
              <a:gd name="connsiteX9" fmla="*/ 5102436 w 5102527"/>
              <a:gd name="connsiteY9" fmla="*/ 2339389 h 5004076"/>
              <a:gd name="connsiteX10" fmla="*/ 3863686 w 5102527"/>
              <a:gd name="connsiteY10" fmla="*/ 2811641 h 5004076"/>
              <a:gd name="connsiteX11" fmla="*/ 4828315 w 5102527"/>
              <a:gd name="connsiteY11" fmla="*/ 3987432 h 5004076"/>
              <a:gd name="connsiteX12" fmla="*/ 3349202 w 5102527"/>
              <a:gd name="connsiteY12" fmla="*/ 3472552 h 5004076"/>
              <a:gd name="connsiteX13" fmla="*/ 3195239 w 5102527"/>
              <a:gd name="connsiteY13" fmla="*/ 5002640 h 5004076"/>
              <a:gd name="connsiteX14" fmla="*/ 2421953 w 5102527"/>
              <a:gd name="connsiteY14" fmla="*/ 3718173 h 5004076"/>
              <a:gd name="connsiteX15" fmla="*/ 1649194 w 5102527"/>
              <a:gd name="connsiteY15" fmla="*/ 4160578 h 5004076"/>
              <a:gd name="connsiteX16" fmla="*/ 1092966 w 5102527"/>
              <a:gd name="connsiteY16" fmla="*/ 4437056 h 5004076"/>
              <a:gd name="connsiteX17" fmla="*/ 1577328 w 5102527"/>
              <a:gd name="connsiteY17" fmla="*/ 2981795 h 5004076"/>
              <a:gd name="connsiteX18" fmla="*/ 1 w 5102527"/>
              <a:gd name="connsiteY18" fmla="*/ 2871567 h 5004076"/>
              <a:gd name="connsiteX0" fmla="*/ -1 w 5102525"/>
              <a:gd name="connsiteY0" fmla="*/ 2871567 h 5004029"/>
              <a:gd name="connsiteX1" fmla="*/ 1612941 w 5102525"/>
              <a:gd name="connsiteY1" fmla="*/ 2131595 h 5004029"/>
              <a:gd name="connsiteX2" fmla="*/ 485506 w 5102525"/>
              <a:gd name="connsiteY2" fmla="*/ 933726 h 5004029"/>
              <a:gd name="connsiteX3" fmla="*/ 2253600 w 5102525"/>
              <a:gd name="connsiteY3" fmla="*/ 1457047 h 5004029"/>
              <a:gd name="connsiteX4" fmla="*/ 2767493 w 5102525"/>
              <a:gd name="connsiteY4" fmla="*/ 0 h 5004029"/>
              <a:gd name="connsiteX5" fmla="*/ 3180840 w 5102525"/>
              <a:gd name="connsiteY5" fmla="*/ 1613401 h 5004029"/>
              <a:gd name="connsiteX6" fmla="*/ 4697917 w 5102525"/>
              <a:gd name="connsiteY6" fmla="*/ 711224 h 5004029"/>
              <a:gd name="connsiteX7" fmla="*/ 4272825 w 5102525"/>
              <a:gd name="connsiteY7" fmla="*/ 1480991 h 5004029"/>
              <a:gd name="connsiteX8" fmla="*/ 3922732 w 5102525"/>
              <a:gd name="connsiteY8" fmla="*/ 2012985 h 5004029"/>
              <a:gd name="connsiteX9" fmla="*/ 5102434 w 5102525"/>
              <a:gd name="connsiteY9" fmla="*/ 2339389 h 5004029"/>
              <a:gd name="connsiteX10" fmla="*/ 3863684 w 5102525"/>
              <a:gd name="connsiteY10" fmla="*/ 2811641 h 5004029"/>
              <a:gd name="connsiteX11" fmla="*/ 4828313 w 5102525"/>
              <a:gd name="connsiteY11" fmla="*/ 3987432 h 5004029"/>
              <a:gd name="connsiteX12" fmla="*/ 3349200 w 5102525"/>
              <a:gd name="connsiteY12" fmla="*/ 3472552 h 5004029"/>
              <a:gd name="connsiteX13" fmla="*/ 3195237 w 5102525"/>
              <a:gd name="connsiteY13" fmla="*/ 5002640 h 5004029"/>
              <a:gd name="connsiteX14" fmla="*/ 2421951 w 5102525"/>
              <a:gd name="connsiteY14" fmla="*/ 3718173 h 5004029"/>
              <a:gd name="connsiteX15" fmla="*/ 1649192 w 5102525"/>
              <a:gd name="connsiteY15" fmla="*/ 4160578 h 5004029"/>
              <a:gd name="connsiteX16" fmla="*/ 1092964 w 5102525"/>
              <a:gd name="connsiteY16" fmla="*/ 4437056 h 5004029"/>
              <a:gd name="connsiteX17" fmla="*/ 1577326 w 5102525"/>
              <a:gd name="connsiteY17" fmla="*/ 2981795 h 5004029"/>
              <a:gd name="connsiteX18" fmla="*/ -1 w 5102525"/>
              <a:gd name="connsiteY18" fmla="*/ 2871567 h 50040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2640"/>
              <a:gd name="connsiteX1" fmla="*/ 1612943 w 5102527"/>
              <a:gd name="connsiteY1" fmla="*/ 2131595 h 5002640"/>
              <a:gd name="connsiteX2" fmla="*/ 485508 w 5102527"/>
              <a:gd name="connsiteY2" fmla="*/ 933726 h 5002640"/>
              <a:gd name="connsiteX3" fmla="*/ 2253602 w 5102527"/>
              <a:gd name="connsiteY3" fmla="*/ 1457047 h 5002640"/>
              <a:gd name="connsiteX4" fmla="*/ 2767495 w 5102527"/>
              <a:gd name="connsiteY4" fmla="*/ 0 h 5002640"/>
              <a:gd name="connsiteX5" fmla="*/ 3180842 w 5102527"/>
              <a:gd name="connsiteY5" fmla="*/ 1613401 h 5002640"/>
              <a:gd name="connsiteX6" fmla="*/ 4697919 w 5102527"/>
              <a:gd name="connsiteY6" fmla="*/ 711224 h 5002640"/>
              <a:gd name="connsiteX7" fmla="*/ 4272827 w 5102527"/>
              <a:gd name="connsiteY7" fmla="*/ 1480991 h 5002640"/>
              <a:gd name="connsiteX8" fmla="*/ 3922734 w 5102527"/>
              <a:gd name="connsiteY8" fmla="*/ 2012985 h 5002640"/>
              <a:gd name="connsiteX9" fmla="*/ 5102436 w 5102527"/>
              <a:gd name="connsiteY9" fmla="*/ 2339389 h 5002640"/>
              <a:gd name="connsiteX10" fmla="*/ 3863686 w 5102527"/>
              <a:gd name="connsiteY10" fmla="*/ 2811641 h 5002640"/>
              <a:gd name="connsiteX11" fmla="*/ 4828315 w 5102527"/>
              <a:gd name="connsiteY11" fmla="*/ 3987432 h 5002640"/>
              <a:gd name="connsiteX12" fmla="*/ 3349202 w 5102527"/>
              <a:gd name="connsiteY12" fmla="*/ 3472552 h 5002640"/>
              <a:gd name="connsiteX13" fmla="*/ 3195239 w 5102527"/>
              <a:gd name="connsiteY13" fmla="*/ 5002640 h 5002640"/>
              <a:gd name="connsiteX14" fmla="*/ 2421953 w 5102527"/>
              <a:gd name="connsiteY14" fmla="*/ 3718173 h 5002640"/>
              <a:gd name="connsiteX15" fmla="*/ 1649194 w 5102527"/>
              <a:gd name="connsiteY15" fmla="*/ 4160578 h 5002640"/>
              <a:gd name="connsiteX16" fmla="*/ 1092966 w 5102527"/>
              <a:gd name="connsiteY16" fmla="*/ 4437056 h 5002640"/>
              <a:gd name="connsiteX17" fmla="*/ 1577328 w 5102527"/>
              <a:gd name="connsiteY17" fmla="*/ 2981795 h 5002640"/>
              <a:gd name="connsiteX18" fmla="*/ 1 w 5102527"/>
              <a:gd name="connsiteY18" fmla="*/ 2871567 h 500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02527" h="500264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76070" y="4713838"/>
                  <a:pt x="3195239" y="5002640"/>
                </a:cubicBezTo>
                <a:cubicBezTo>
                  <a:pt x="3063596" y="4932904"/>
                  <a:pt x="2475086" y="3717242"/>
                  <a:pt x="2421953" y="3718173"/>
                </a:cubicBezTo>
                <a:cubicBezTo>
                  <a:pt x="2368820" y="3719104"/>
                  <a:pt x="1841184" y="4041449"/>
                  <a:pt x="1649194" y="4160578"/>
                </a:cubicBezTo>
                <a:cubicBezTo>
                  <a:pt x="1224201" y="4417952"/>
                  <a:pt x="1125897" y="4502022"/>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28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tx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2"/>
                </a:solidFill>
              </a:defRPr>
            </a:lvl1pPr>
          </a:lstStyle>
          <a:p>
            <a:fld id="{7CF79DB2-B0CF-4CB1-AE78-9ED1037C015C}" type="slidenum">
              <a:rPr lang="en-US" smtClean="0"/>
              <a:t>‹#›</a:t>
            </a:fld>
            <a:endParaRPr lang="en-US"/>
          </a:p>
        </p:txBody>
      </p:sp>
      <p:sp>
        <p:nvSpPr>
          <p:cNvPr id="8" name="Rectangle 7">
            <a:extLst>
              <a:ext uri="{FF2B5EF4-FFF2-40B4-BE49-F238E27FC236}">
                <a16:creationId xmlns:a16="http://schemas.microsoft.com/office/drawing/2014/main" id="{AB0CF712-2483-16C1-8DC0-E7D9B041FAEF}"/>
              </a:ext>
            </a:extLst>
          </p:cNvPr>
          <p:cNvSpPr/>
          <p:nvPr/>
        </p:nvSpPr>
        <p:spPr>
          <a:xfrm>
            <a:off x="7102709" y="0"/>
            <a:ext cx="508928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3CA6902-F480-DB08-0124-BFA20F65C4DA}"/>
              </a:ext>
            </a:extLst>
          </p:cNvPr>
          <p:cNvSpPr/>
          <p:nvPr/>
        </p:nvSpPr>
        <p:spPr>
          <a:xfrm rot="577455">
            <a:off x="6843119" y="-120146"/>
            <a:ext cx="5219126" cy="6593697"/>
          </a:xfrm>
          <a:custGeom>
            <a:avLst/>
            <a:gdLst>
              <a:gd name="connsiteX0" fmla="*/ 3682305 w 5219126"/>
              <a:gd name="connsiteY0" fmla="*/ 0 h 6593697"/>
              <a:gd name="connsiteX1" fmla="*/ 3868502 w 5219126"/>
              <a:gd name="connsiteY1" fmla="*/ 720549 h 6593697"/>
              <a:gd name="connsiteX2" fmla="*/ 3605592 w 5219126"/>
              <a:gd name="connsiteY2" fmla="*/ 2169332 h 6593697"/>
              <a:gd name="connsiteX3" fmla="*/ 1988586 w 5219126"/>
              <a:gd name="connsiteY3" fmla="*/ 3262961 h 6593697"/>
              <a:gd name="connsiteX4" fmla="*/ 1751534 w 5219126"/>
              <a:gd name="connsiteY4" fmla="*/ 3331563 h 6593697"/>
              <a:gd name="connsiteX5" fmla="*/ 5195021 w 5219126"/>
              <a:gd name="connsiteY5" fmla="*/ 3338208 h 6593697"/>
              <a:gd name="connsiteX6" fmla="*/ 5218151 w 5219126"/>
              <a:gd name="connsiteY6" fmla="*/ 6517642 h 6593697"/>
              <a:gd name="connsiteX7" fmla="*/ 5211635 w 5219126"/>
              <a:gd name="connsiteY7" fmla="*/ 6593697 h 6593697"/>
              <a:gd name="connsiteX8" fmla="*/ 1645871 w 5219126"/>
              <a:gd name="connsiteY8" fmla="*/ 6593697 h 6593697"/>
              <a:gd name="connsiteX9" fmla="*/ 1606732 w 5219126"/>
              <a:gd name="connsiteY9" fmla="*/ 3353431 h 6593697"/>
              <a:gd name="connsiteX10" fmla="*/ 1495081 w 5219126"/>
              <a:gd name="connsiteY10" fmla="*/ 3359976 h 6593697"/>
              <a:gd name="connsiteX11" fmla="*/ 144734 w 5219126"/>
              <a:gd name="connsiteY11" fmla="*/ 2780278 h 6593697"/>
              <a:gd name="connsiteX12" fmla="*/ 137001 w 5219126"/>
              <a:gd name="connsiteY12" fmla="*/ 2773159 h 6593697"/>
              <a:gd name="connsiteX13" fmla="*/ 0 w 5219126"/>
              <a:gd name="connsiteY13" fmla="*/ 1965238 h 6593697"/>
              <a:gd name="connsiteX14" fmla="*/ 538764 w 5219126"/>
              <a:gd name="connsiteY14" fmla="*/ 1650905 h 6593697"/>
              <a:gd name="connsiteX15" fmla="*/ 971604 w 5219126"/>
              <a:gd name="connsiteY15" fmla="*/ 2150627 h 6593697"/>
              <a:gd name="connsiteX16" fmla="*/ 1641386 w 5219126"/>
              <a:gd name="connsiteY16" fmla="*/ 2248793 h 6593697"/>
              <a:gd name="connsiteX17" fmla="*/ 2640791 w 5219126"/>
              <a:gd name="connsiteY17" fmla="*/ 1687894 h 6593697"/>
              <a:gd name="connsiteX18" fmla="*/ 2891057 w 5219126"/>
              <a:gd name="connsiteY18" fmla="*/ 535522 h 6593697"/>
              <a:gd name="connsiteX19" fmla="*/ 2818517 w 5219126"/>
              <a:gd name="connsiteY19" fmla="*/ 344210 h 659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19126" h="6593697">
                <a:moveTo>
                  <a:pt x="3682305" y="0"/>
                </a:moveTo>
                <a:cubicBezTo>
                  <a:pt x="3763208" y="185456"/>
                  <a:pt x="3881287" y="358995"/>
                  <a:pt x="3868502" y="720549"/>
                </a:cubicBezTo>
                <a:cubicBezTo>
                  <a:pt x="3855717" y="1082104"/>
                  <a:pt x="3911532" y="1674539"/>
                  <a:pt x="3605592" y="2169332"/>
                </a:cubicBezTo>
                <a:cubicBezTo>
                  <a:pt x="3299858" y="2564572"/>
                  <a:pt x="2671124" y="3028830"/>
                  <a:pt x="1988586" y="3262961"/>
                </a:cubicBezTo>
                <a:lnTo>
                  <a:pt x="1751534" y="3331563"/>
                </a:lnTo>
                <a:lnTo>
                  <a:pt x="5195021" y="3338208"/>
                </a:lnTo>
                <a:cubicBezTo>
                  <a:pt x="5200605" y="4061832"/>
                  <a:pt x="5224168" y="5975060"/>
                  <a:pt x="5218151" y="6517642"/>
                </a:cubicBezTo>
                <a:lnTo>
                  <a:pt x="5211635" y="6593697"/>
                </a:lnTo>
                <a:lnTo>
                  <a:pt x="1645871" y="6593697"/>
                </a:lnTo>
                <a:lnTo>
                  <a:pt x="1606732" y="3353431"/>
                </a:lnTo>
                <a:lnTo>
                  <a:pt x="1495081" y="3359976"/>
                </a:lnTo>
                <a:cubicBezTo>
                  <a:pt x="946512" y="3358234"/>
                  <a:pt x="481189" y="3076211"/>
                  <a:pt x="144734" y="2780278"/>
                </a:cubicBezTo>
                <a:lnTo>
                  <a:pt x="137001" y="2773159"/>
                </a:lnTo>
                <a:lnTo>
                  <a:pt x="0" y="1965238"/>
                </a:lnTo>
                <a:lnTo>
                  <a:pt x="538764" y="1650905"/>
                </a:lnTo>
                <a:cubicBezTo>
                  <a:pt x="613403" y="1838271"/>
                  <a:pt x="786458" y="2015703"/>
                  <a:pt x="971604" y="2150627"/>
                </a:cubicBezTo>
                <a:cubicBezTo>
                  <a:pt x="1152220" y="2242553"/>
                  <a:pt x="1409207" y="2220202"/>
                  <a:pt x="1641386" y="2248793"/>
                </a:cubicBezTo>
                <a:cubicBezTo>
                  <a:pt x="1990713" y="2180028"/>
                  <a:pt x="2432513" y="1973439"/>
                  <a:pt x="2640791" y="1687894"/>
                </a:cubicBezTo>
                <a:cubicBezTo>
                  <a:pt x="2849070" y="1402348"/>
                  <a:pt x="3031813" y="945326"/>
                  <a:pt x="2891057" y="535522"/>
                </a:cubicBezTo>
                <a:lnTo>
                  <a:pt x="2818517" y="344210"/>
                </a:lnTo>
                <a:close/>
              </a:path>
            </a:pathLst>
          </a:custGeom>
          <a:solidFill>
            <a:schemeClr val="accent3">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7779886" y="1562793"/>
            <a:ext cx="3734935" cy="3158294"/>
          </a:xfrm>
        </p:spPr>
        <p:txBody>
          <a:bodyPr anchor="ctr">
            <a:normAutofit/>
          </a:bodyPr>
          <a:lstStyle>
            <a:lvl1pPr algn="ctr">
              <a:defRPr sz="60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8043906" y="4721086"/>
            <a:ext cx="3206894" cy="1152939"/>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Picture Placeholder 11">
            <a:extLst>
              <a:ext uri="{FF2B5EF4-FFF2-40B4-BE49-F238E27FC236}">
                <a16:creationId xmlns:a16="http://schemas.microsoft.com/office/drawing/2014/main" id="{026BCF74-6279-CB37-6D23-399FA7706983}"/>
              </a:ext>
            </a:extLst>
          </p:cNvPr>
          <p:cNvSpPr>
            <a:spLocks noGrp="1"/>
          </p:cNvSpPr>
          <p:nvPr>
            <p:ph type="pic" sz="quarter" idx="13" hasCustomPrompt="1"/>
          </p:nvPr>
        </p:nvSpPr>
        <p:spPr>
          <a:xfrm>
            <a:off x="0" y="0"/>
            <a:ext cx="7102475" cy="6858000"/>
          </a:xfrm>
          <a:prstGeom prst="rect">
            <a:avLst/>
          </a:prstGeom>
          <a:blipFill>
            <a:blip r:embed="rId2">
              <a:alphaModFix amt="6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8019047" y="256032"/>
            <a:ext cx="3256613" cy="365125"/>
          </a:xfrm>
        </p:spPr>
        <p:txBody>
          <a:bodyPr/>
          <a:lstStyle>
            <a:lvl1pPr algn="ct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8207048" y="6356350"/>
            <a:ext cx="2880610" cy="365125"/>
          </a:xfrm>
        </p:spPr>
        <p:txBody>
          <a:bodyPr/>
          <a:lstStyle>
            <a:lvl1pPr algn="ctr">
              <a:defRPr>
                <a:solidFill>
                  <a:schemeClr val="tx2"/>
                </a:solidFill>
              </a:defRPr>
            </a:lvl1pPr>
          </a:lstStyle>
          <a:p>
            <a:fld id="{4BEBB76A-5642-4655-AA5F-D2E8581DD95F}" type="datetimeFigureOut">
              <a:rPr lang="en-US" smtClean="0"/>
              <a:pPr/>
              <a:t>3/5/2026</a:t>
            </a:fld>
            <a:endParaRPr lang="en-US"/>
          </a:p>
        </p:txBody>
      </p:sp>
    </p:spTree>
    <p:extLst>
      <p:ext uri="{BB962C8B-B14F-4D97-AF65-F5344CB8AC3E}">
        <p14:creationId xmlns:p14="http://schemas.microsoft.com/office/powerpoint/2010/main" val="37228453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161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accent1"/>
        </a:solidFill>
        <a:effectLst/>
      </p:bgPr>
    </p:bg>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D9567B5E-86DF-77F6-0BDA-80B8F69FCEE7}"/>
              </a:ext>
            </a:extLst>
          </p:cNvPr>
          <p:cNvSpPr>
            <a:spLocks noGrp="1"/>
          </p:cNvSpPr>
          <p:nvPr>
            <p:ph type="title"/>
          </p:nvPr>
        </p:nvSpPr>
        <p:spPr>
          <a:xfrm>
            <a:off x="6348932" y="726616"/>
            <a:ext cx="4386019" cy="1835739"/>
          </a:xfrm>
        </p:spPr>
        <p:txBody>
          <a:bodyPr>
            <a:noAutofit/>
          </a:bodyPr>
          <a:lstStyle>
            <a:lvl1pPr>
              <a:defRPr sz="7200">
                <a:solidFill>
                  <a:schemeClr val="tx2"/>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62355"/>
            <a:ext cx="4386019"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7" name="Freeform: Shape 8">
            <a:extLst>
              <a:ext uri="{FF2B5EF4-FFF2-40B4-BE49-F238E27FC236}">
                <a16:creationId xmlns:a16="http://schemas.microsoft.com/office/drawing/2014/main" id="{D0231637-6387-3E40-FCC3-365FC9F5DA58}"/>
              </a:ext>
            </a:extLst>
          </p:cNvPr>
          <p:cNvSpPr/>
          <p:nvPr/>
        </p:nvSpPr>
        <p:spPr>
          <a:xfrm rot="10503176" flipH="1" flipV="1">
            <a:off x="1567549" y="5051293"/>
            <a:ext cx="2065109" cy="18066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90084 w 4687167"/>
              <a:gd name="connsiteY0" fmla="*/ 1 h 3571042"/>
              <a:gd name="connsiteX1" fmla="*/ 4687167 w 4687167"/>
              <a:gd name="connsiteY1" fmla="*/ 292036 h 3571042"/>
              <a:gd name="connsiteX2" fmla="*/ 4161065 w 4687167"/>
              <a:gd name="connsiteY2" fmla="*/ 2317359 h 3571042"/>
              <a:gd name="connsiteX3" fmla="*/ 3515331 w 4687167"/>
              <a:gd name="connsiteY3" fmla="*/ 3294164 h 3571042"/>
              <a:gd name="connsiteX4" fmla="*/ 2940712 w 4687167"/>
              <a:gd name="connsiteY4" fmla="*/ 3514982 h 3571042"/>
              <a:gd name="connsiteX5" fmla="*/ 2001855 w 4687167"/>
              <a:gd name="connsiteY5" fmla="*/ 3570130 h 3571042"/>
              <a:gd name="connsiteX6" fmla="*/ 582997 w 4687167"/>
              <a:gd name="connsiteY6" fmla="*/ 3198192 h 3571042"/>
              <a:gd name="connsiteX7" fmla="*/ 108182 w 4687167"/>
              <a:gd name="connsiteY7" fmla="*/ 1440447 h 3571042"/>
              <a:gd name="connsiteX8" fmla="*/ 90084 w 4687167"/>
              <a:gd name="connsiteY8" fmla="*/ 1 h 3571042"/>
              <a:gd name="connsiteX0" fmla="*/ 10315 w 4607398"/>
              <a:gd name="connsiteY0" fmla="*/ -1 h 3571040"/>
              <a:gd name="connsiteX1" fmla="*/ 4607398 w 4607398"/>
              <a:gd name="connsiteY1" fmla="*/ 292034 h 3571040"/>
              <a:gd name="connsiteX2" fmla="*/ 4081296 w 4607398"/>
              <a:gd name="connsiteY2" fmla="*/ 2317357 h 3571040"/>
              <a:gd name="connsiteX3" fmla="*/ 3435562 w 4607398"/>
              <a:gd name="connsiteY3" fmla="*/ 3294162 h 3571040"/>
              <a:gd name="connsiteX4" fmla="*/ 2860943 w 4607398"/>
              <a:gd name="connsiteY4" fmla="*/ 3514980 h 3571040"/>
              <a:gd name="connsiteX5" fmla="*/ 1922086 w 4607398"/>
              <a:gd name="connsiteY5" fmla="*/ 3570128 h 3571040"/>
              <a:gd name="connsiteX6" fmla="*/ 503228 w 4607398"/>
              <a:gd name="connsiteY6" fmla="*/ 3198190 h 3571040"/>
              <a:gd name="connsiteX7" fmla="*/ 28413 w 4607398"/>
              <a:gd name="connsiteY7" fmla="*/ 1440445 h 3571040"/>
              <a:gd name="connsiteX8" fmla="*/ 10315 w 4607398"/>
              <a:gd name="connsiteY8" fmla="*/ -1 h 3571040"/>
              <a:gd name="connsiteX0" fmla="*/ 257739 w 4854822"/>
              <a:gd name="connsiteY0" fmla="*/ 1 h 3571042"/>
              <a:gd name="connsiteX1" fmla="*/ 4854822 w 4854822"/>
              <a:gd name="connsiteY1" fmla="*/ 292036 h 3571042"/>
              <a:gd name="connsiteX2" fmla="*/ 4328720 w 4854822"/>
              <a:gd name="connsiteY2" fmla="*/ 2317359 h 3571042"/>
              <a:gd name="connsiteX3" fmla="*/ 3682986 w 4854822"/>
              <a:gd name="connsiteY3" fmla="*/ 3294164 h 3571042"/>
              <a:gd name="connsiteX4" fmla="*/ 3108367 w 4854822"/>
              <a:gd name="connsiteY4" fmla="*/ 3514982 h 3571042"/>
              <a:gd name="connsiteX5" fmla="*/ 2169510 w 4854822"/>
              <a:gd name="connsiteY5" fmla="*/ 3570130 h 3571042"/>
              <a:gd name="connsiteX6" fmla="*/ 750652 w 4854822"/>
              <a:gd name="connsiteY6" fmla="*/ 3198192 h 3571042"/>
              <a:gd name="connsiteX7" fmla="*/ 257739 w 4854822"/>
              <a:gd name="connsiteY7" fmla="*/ 1 h 3571042"/>
              <a:gd name="connsiteX0" fmla="*/ 108358 w 4705441"/>
              <a:gd name="connsiteY0" fmla="*/ -1 h 3571040"/>
              <a:gd name="connsiteX1" fmla="*/ 4705441 w 4705441"/>
              <a:gd name="connsiteY1" fmla="*/ 292034 h 3571040"/>
              <a:gd name="connsiteX2" fmla="*/ 4179339 w 4705441"/>
              <a:gd name="connsiteY2" fmla="*/ 2317357 h 3571040"/>
              <a:gd name="connsiteX3" fmla="*/ 3533605 w 4705441"/>
              <a:gd name="connsiteY3" fmla="*/ 3294162 h 3571040"/>
              <a:gd name="connsiteX4" fmla="*/ 2958986 w 4705441"/>
              <a:gd name="connsiteY4" fmla="*/ 3514980 h 3571040"/>
              <a:gd name="connsiteX5" fmla="*/ 2020129 w 4705441"/>
              <a:gd name="connsiteY5" fmla="*/ 3570128 h 3571040"/>
              <a:gd name="connsiteX6" fmla="*/ 601271 w 4705441"/>
              <a:gd name="connsiteY6" fmla="*/ 3198190 h 3571040"/>
              <a:gd name="connsiteX7" fmla="*/ 108358 w 4705441"/>
              <a:gd name="connsiteY7" fmla="*/ -1 h 3571040"/>
              <a:gd name="connsiteX0" fmla="*/ 64393 w 4661476"/>
              <a:gd name="connsiteY0" fmla="*/ 1 h 3571042"/>
              <a:gd name="connsiteX1" fmla="*/ 4661476 w 4661476"/>
              <a:gd name="connsiteY1" fmla="*/ 292036 h 3571042"/>
              <a:gd name="connsiteX2" fmla="*/ 4135374 w 4661476"/>
              <a:gd name="connsiteY2" fmla="*/ 2317359 h 3571042"/>
              <a:gd name="connsiteX3" fmla="*/ 3489640 w 4661476"/>
              <a:gd name="connsiteY3" fmla="*/ 3294164 h 3571042"/>
              <a:gd name="connsiteX4" fmla="*/ 2915021 w 4661476"/>
              <a:gd name="connsiteY4" fmla="*/ 3514982 h 3571042"/>
              <a:gd name="connsiteX5" fmla="*/ 1976164 w 4661476"/>
              <a:gd name="connsiteY5" fmla="*/ 3570130 h 3571042"/>
              <a:gd name="connsiteX6" fmla="*/ 557306 w 4661476"/>
              <a:gd name="connsiteY6" fmla="*/ 3198192 h 3571042"/>
              <a:gd name="connsiteX7" fmla="*/ 64393 w 4661476"/>
              <a:gd name="connsiteY7" fmla="*/ 1 h 357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1476" h="3571042">
                <a:moveTo>
                  <a:pt x="64393" y="1"/>
                </a:moveTo>
                <a:lnTo>
                  <a:pt x="4661476" y="292036"/>
                </a:lnTo>
                <a:cubicBezTo>
                  <a:pt x="4525959" y="1348137"/>
                  <a:pt x="4330680" y="1817004"/>
                  <a:pt x="4135374" y="2317359"/>
                </a:cubicBezTo>
                <a:cubicBezTo>
                  <a:pt x="4110763" y="2413948"/>
                  <a:pt x="3631233" y="3168727"/>
                  <a:pt x="3489640" y="3294164"/>
                </a:cubicBezTo>
                <a:cubicBezTo>
                  <a:pt x="3377966" y="3387190"/>
                  <a:pt x="3097648" y="3446764"/>
                  <a:pt x="2915021" y="3514982"/>
                </a:cubicBezTo>
                <a:cubicBezTo>
                  <a:pt x="2540061" y="3589683"/>
                  <a:pt x="2238890" y="3566987"/>
                  <a:pt x="1976164" y="3570130"/>
                </a:cubicBezTo>
                <a:cubicBezTo>
                  <a:pt x="1713438" y="3573273"/>
                  <a:pt x="795942" y="3269497"/>
                  <a:pt x="557306" y="3198192"/>
                </a:cubicBezTo>
                <a:cubicBezTo>
                  <a:pt x="238678" y="2603171"/>
                  <a:pt x="-157115" y="1457061"/>
                  <a:pt x="64393" y="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2">
            <a:extLst>
              <a:ext uri="{FF2B5EF4-FFF2-40B4-BE49-F238E27FC236}">
                <a16:creationId xmlns:a16="http://schemas.microsoft.com/office/drawing/2014/main" id="{1424B7C7-4D96-C302-F15D-838BBA879275}"/>
              </a:ext>
            </a:extLst>
          </p:cNvPr>
          <p:cNvSpPr/>
          <p:nvPr/>
        </p:nvSpPr>
        <p:spPr>
          <a:xfrm rot="19965887">
            <a:off x="567663" y="1804783"/>
            <a:ext cx="2000082" cy="1803398"/>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0">
            <a:extLst>
              <a:ext uri="{FF2B5EF4-FFF2-40B4-BE49-F238E27FC236}">
                <a16:creationId xmlns:a16="http://schemas.microsoft.com/office/drawing/2014/main" id="{C5787402-CD40-9AD5-FD38-9B36D34D43CF}"/>
              </a:ext>
            </a:extLst>
          </p:cNvPr>
          <p:cNvSpPr/>
          <p:nvPr/>
        </p:nvSpPr>
        <p:spPr>
          <a:xfrm rot="11287850">
            <a:off x="479595" y="4629804"/>
            <a:ext cx="975445" cy="217297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E332E53C-C30B-5642-0C44-B8FA76323A08}"/>
              </a:ext>
            </a:extLst>
          </p:cNvPr>
          <p:cNvSpPr/>
          <p:nvPr/>
        </p:nvSpPr>
        <p:spPr>
          <a:xfrm rot="15264538">
            <a:off x="1574223" y="3234587"/>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E7C1F39-DD1E-4113-073E-277138779273}"/>
              </a:ext>
            </a:extLst>
          </p:cNvPr>
          <p:cNvGrpSpPr/>
          <p:nvPr/>
        </p:nvGrpSpPr>
        <p:grpSpPr>
          <a:xfrm>
            <a:off x="2124649" y="5786831"/>
            <a:ext cx="694344" cy="372197"/>
            <a:chOff x="5447388" y="3100610"/>
            <a:chExt cx="1500891" cy="804540"/>
          </a:xfrm>
        </p:grpSpPr>
        <p:sp>
          <p:nvSpPr>
            <p:cNvPr id="12" name="Oval 11">
              <a:extLst>
                <a:ext uri="{FF2B5EF4-FFF2-40B4-BE49-F238E27FC236}">
                  <a16:creationId xmlns:a16="http://schemas.microsoft.com/office/drawing/2014/main" id="{1CF7F074-8ECF-C7D4-BF80-5A3C1855064D}"/>
                </a:ext>
              </a:extLst>
            </p:cNvPr>
            <p:cNvSpPr/>
            <p:nvPr/>
          </p:nvSpPr>
          <p:spPr>
            <a:xfrm>
              <a:off x="5447388" y="3266522"/>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2">
              <a:extLst>
                <a:ext uri="{FF2B5EF4-FFF2-40B4-BE49-F238E27FC236}">
                  <a16:creationId xmlns:a16="http://schemas.microsoft.com/office/drawing/2014/main" id="{0094DC20-25F6-CAE9-A211-905A09B64FFD}"/>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DB8B80F1-9B87-C741-3FC6-E401AAFF1E35}"/>
                </a:ext>
              </a:extLst>
            </p:cNvPr>
            <p:cNvSpPr/>
            <p:nvPr/>
          </p:nvSpPr>
          <p:spPr>
            <a:xfrm>
              <a:off x="6406985" y="3100610"/>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4">
              <a:extLst>
                <a:ext uri="{FF2B5EF4-FFF2-40B4-BE49-F238E27FC236}">
                  <a16:creationId xmlns:a16="http://schemas.microsoft.com/office/drawing/2014/main" id="{8D62373B-5B38-7699-B61A-AFCE7556FF5A}"/>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25">
              <a:extLst>
                <a:ext uri="{FF2B5EF4-FFF2-40B4-BE49-F238E27FC236}">
                  <a16:creationId xmlns:a16="http://schemas.microsoft.com/office/drawing/2014/main" id="{51BEFA82-A7D0-74DB-7543-5621532E8ED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3EE302B7-86D6-4E84-71E2-DE040EE1C12A}"/>
              </a:ext>
            </a:extLst>
          </p:cNvPr>
          <p:cNvGrpSpPr/>
          <p:nvPr/>
        </p:nvGrpSpPr>
        <p:grpSpPr>
          <a:xfrm rot="10991591" flipH="1">
            <a:off x="1327081" y="2606090"/>
            <a:ext cx="707560" cy="303275"/>
            <a:chOff x="9017281" y="2382447"/>
            <a:chExt cx="707560" cy="303275"/>
          </a:xfrm>
        </p:grpSpPr>
        <p:sp>
          <p:nvSpPr>
            <p:cNvPr id="18" name="Oval 17">
              <a:extLst>
                <a:ext uri="{FF2B5EF4-FFF2-40B4-BE49-F238E27FC236}">
                  <a16:creationId xmlns:a16="http://schemas.microsoft.com/office/drawing/2014/main" id="{6D0B3CCD-C0BF-3FB5-D6C7-3B8B3B3AF442}"/>
                </a:ext>
              </a:extLst>
            </p:cNvPr>
            <p:cNvSpPr/>
            <p:nvPr/>
          </p:nvSpPr>
          <p:spPr>
            <a:xfrm rot="11328795" flipH="1" flipV="1">
              <a:off x="9017281" y="2390279"/>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8">
              <a:extLst>
                <a:ext uri="{FF2B5EF4-FFF2-40B4-BE49-F238E27FC236}">
                  <a16:creationId xmlns:a16="http://schemas.microsoft.com/office/drawing/2014/main" id="{C4C51C94-0A97-BC2F-B922-BEF6E3902CEB}"/>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07045480-442E-EAAD-4BF6-63B4048B3C6E}"/>
                </a:ext>
              </a:extLst>
            </p:cNvPr>
            <p:cNvSpPr/>
            <p:nvPr/>
          </p:nvSpPr>
          <p:spPr>
            <a:xfrm rot="11328795" flipH="1" flipV="1">
              <a:off x="9467729" y="2382447"/>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30">
              <a:extLst>
                <a:ext uri="{FF2B5EF4-FFF2-40B4-BE49-F238E27FC236}">
                  <a16:creationId xmlns:a16="http://schemas.microsoft.com/office/drawing/2014/main" id="{D5357494-165D-1677-CD4F-53F6F4B919A6}"/>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31">
            <a:extLst>
              <a:ext uri="{FF2B5EF4-FFF2-40B4-BE49-F238E27FC236}">
                <a16:creationId xmlns:a16="http://schemas.microsoft.com/office/drawing/2014/main" id="{B1773356-1EEA-0DC4-82B7-D69707B0DD32}"/>
              </a:ext>
            </a:extLst>
          </p:cNvPr>
          <p:cNvSpPr/>
          <p:nvPr userDrawn="1"/>
        </p:nvSpPr>
        <p:spPr>
          <a:xfrm rot="11328795" flipH="1" flipV="1">
            <a:off x="1634081" y="29836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Tree>
    <p:extLst>
      <p:ext uri="{BB962C8B-B14F-4D97-AF65-F5344CB8AC3E}">
        <p14:creationId xmlns:p14="http://schemas.microsoft.com/office/powerpoint/2010/main" val="340790075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8672591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3901100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F484405-6C7A-E60E-D5CF-EF717AA2D775}"/>
              </a:ext>
            </a:extLst>
          </p:cNvPr>
          <p:cNvSpPr/>
          <p:nvPr/>
        </p:nvSpPr>
        <p:spPr>
          <a:xfrm rot="968660" flipH="1" flipV="1">
            <a:off x="66210" y="50848"/>
            <a:ext cx="12708923" cy="5633014"/>
          </a:xfrm>
          <a:custGeom>
            <a:avLst/>
            <a:gdLst>
              <a:gd name="connsiteX0" fmla="*/ 8493809 w 12708923"/>
              <a:gd name="connsiteY0" fmla="*/ 5182296 h 5633014"/>
              <a:gd name="connsiteX1" fmla="*/ 6936782 w 12708923"/>
              <a:gd name="connsiteY1" fmla="*/ 5633014 h 5633014"/>
              <a:gd name="connsiteX2" fmla="*/ 6806737 w 12708923"/>
              <a:gd name="connsiteY2" fmla="*/ 5468563 h 5633014"/>
              <a:gd name="connsiteX3" fmla="*/ 6286356 w 12708923"/>
              <a:gd name="connsiteY3" fmla="*/ 4559771 h 5633014"/>
              <a:gd name="connsiteX4" fmla="*/ 6351049 w 12708923"/>
              <a:gd name="connsiteY4" fmla="*/ 2638685 h 5633014"/>
              <a:gd name="connsiteX5" fmla="*/ 6484589 w 12708923"/>
              <a:gd name="connsiteY5" fmla="*/ 2344774 h 5633014"/>
              <a:gd name="connsiteX6" fmla="*/ 6486236 w 12708923"/>
              <a:gd name="connsiteY6" fmla="*/ 2341768 h 5633014"/>
              <a:gd name="connsiteX7" fmla="*/ 6295801 w 12708923"/>
              <a:gd name="connsiteY7" fmla="*/ 2558036 h 5633014"/>
              <a:gd name="connsiteX8" fmla="*/ 4996641 w 12708923"/>
              <a:gd name="connsiteY8" fmla="*/ 3522488 h 5633014"/>
              <a:gd name="connsiteX9" fmla="*/ 1755903 w 12708923"/>
              <a:gd name="connsiteY9" fmla="*/ 3321467 h 5633014"/>
              <a:gd name="connsiteX10" fmla="*/ 341689 w 12708923"/>
              <a:gd name="connsiteY10" fmla="*/ 1564029 h 5633014"/>
              <a:gd name="connsiteX11" fmla="*/ 38329 w 12708923"/>
              <a:gd name="connsiteY11" fmla="*/ 617796 h 5633014"/>
              <a:gd name="connsiteX12" fmla="*/ 0 w 12708923"/>
              <a:gd name="connsiteY12" fmla="*/ 501476 h 5633014"/>
              <a:gd name="connsiteX13" fmla="*/ 1200521 w 12708923"/>
              <a:gd name="connsiteY13" fmla="*/ 153957 h 5633014"/>
              <a:gd name="connsiteX14" fmla="*/ 1696947 w 12708923"/>
              <a:gd name="connsiteY14" fmla="*/ 139509 h 5633014"/>
              <a:gd name="connsiteX15" fmla="*/ 7170680 w 12708923"/>
              <a:gd name="connsiteY15" fmla="*/ 186960 h 5633014"/>
              <a:gd name="connsiteX16" fmla="*/ 6915841 w 12708923"/>
              <a:gd name="connsiteY16" fmla="*/ 1624595 h 5633014"/>
              <a:gd name="connsiteX17" fmla="*/ 6882071 w 12708923"/>
              <a:gd name="connsiteY17" fmla="*/ 1720315 h 5633014"/>
              <a:gd name="connsiteX18" fmla="*/ 6926961 w 12708923"/>
              <a:gd name="connsiteY18" fmla="*/ 1659818 h 5633014"/>
              <a:gd name="connsiteX19" fmla="*/ 8986392 w 12708923"/>
              <a:gd name="connsiteY19" fmla="*/ 191287 h 5633014"/>
              <a:gd name="connsiteX20" fmla="*/ 12708923 w 12708923"/>
              <a:gd name="connsiteY20" fmla="*/ 1329451 h 5633014"/>
              <a:gd name="connsiteX21" fmla="*/ 11551315 w 12708923"/>
              <a:gd name="connsiteY21" fmla="*/ 2444351 h 5633014"/>
              <a:gd name="connsiteX22" fmla="*/ 10608097 w 12708923"/>
              <a:gd name="connsiteY22" fmla="*/ 1801280 h 5633014"/>
              <a:gd name="connsiteX23" fmla="*/ 9516657 w 12708923"/>
              <a:gd name="connsiteY23" fmla="*/ 1844412 h 5633014"/>
              <a:gd name="connsiteX24" fmla="*/ 8147265 w 12708923"/>
              <a:gd name="connsiteY24" fmla="*/ 3063993 h 5633014"/>
              <a:gd name="connsiteX25" fmla="*/ 8190803 w 12708923"/>
              <a:gd name="connsiteY25" fmla="*/ 4735422 h 563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708923" h="5633014">
                <a:moveTo>
                  <a:pt x="8493809" y="5182296"/>
                </a:moveTo>
                <a:lnTo>
                  <a:pt x="6936782" y="5633014"/>
                </a:lnTo>
                <a:lnTo>
                  <a:pt x="6806737" y="5468563"/>
                </a:lnTo>
                <a:cubicBezTo>
                  <a:pt x="6585848" y="5179610"/>
                  <a:pt x="6370430" y="4851996"/>
                  <a:pt x="6286356" y="4559771"/>
                </a:cubicBezTo>
                <a:cubicBezTo>
                  <a:pt x="6118207" y="3975320"/>
                  <a:pt x="6101417" y="3529915"/>
                  <a:pt x="6351049" y="2638685"/>
                </a:cubicBezTo>
                <a:cubicBezTo>
                  <a:pt x="6385577" y="2549005"/>
                  <a:pt x="6430173" y="2450070"/>
                  <a:pt x="6484589" y="2344774"/>
                </a:cubicBezTo>
                <a:lnTo>
                  <a:pt x="6486236" y="2341768"/>
                </a:lnTo>
                <a:lnTo>
                  <a:pt x="6295801" y="2558036"/>
                </a:lnTo>
                <a:cubicBezTo>
                  <a:pt x="5911769" y="2965774"/>
                  <a:pt x="5419884" y="3354069"/>
                  <a:pt x="4996641" y="3522488"/>
                </a:cubicBezTo>
                <a:cubicBezTo>
                  <a:pt x="4220829" y="3679339"/>
                  <a:pt x="2641999" y="3646373"/>
                  <a:pt x="1755903" y="3321467"/>
                </a:cubicBezTo>
                <a:cubicBezTo>
                  <a:pt x="927700" y="2895235"/>
                  <a:pt x="639162" y="2091994"/>
                  <a:pt x="341689" y="1564029"/>
                </a:cubicBezTo>
                <a:cubicBezTo>
                  <a:pt x="244267" y="1266179"/>
                  <a:pt x="200500" y="1111580"/>
                  <a:pt x="38329" y="617796"/>
                </a:cubicBezTo>
                <a:lnTo>
                  <a:pt x="0" y="501476"/>
                </a:lnTo>
                <a:lnTo>
                  <a:pt x="1200521" y="153957"/>
                </a:lnTo>
                <a:lnTo>
                  <a:pt x="1696947" y="139509"/>
                </a:lnTo>
                <a:cubicBezTo>
                  <a:pt x="3513718" y="107221"/>
                  <a:pt x="5388357" y="186024"/>
                  <a:pt x="7170680" y="186960"/>
                </a:cubicBezTo>
                <a:cubicBezTo>
                  <a:pt x="7244004" y="202764"/>
                  <a:pt x="7104510" y="1058103"/>
                  <a:pt x="6915841" y="1624595"/>
                </a:cubicBezTo>
                <a:lnTo>
                  <a:pt x="6882071" y="1720315"/>
                </a:lnTo>
                <a:lnTo>
                  <a:pt x="6926961" y="1659818"/>
                </a:lnTo>
                <a:cubicBezTo>
                  <a:pt x="7390522" y="1064003"/>
                  <a:pt x="8087273" y="453886"/>
                  <a:pt x="8986392" y="191287"/>
                </a:cubicBezTo>
                <a:cubicBezTo>
                  <a:pt x="11028586" y="-313606"/>
                  <a:pt x="11288804" y="220443"/>
                  <a:pt x="12708923" y="1329451"/>
                </a:cubicBezTo>
                <a:lnTo>
                  <a:pt x="11551315" y="2444351"/>
                </a:lnTo>
                <a:cubicBezTo>
                  <a:pt x="11189705" y="2199999"/>
                  <a:pt x="10959519" y="1963438"/>
                  <a:pt x="10608097" y="1801280"/>
                </a:cubicBezTo>
                <a:cubicBezTo>
                  <a:pt x="10283584" y="1707199"/>
                  <a:pt x="9886476" y="1777345"/>
                  <a:pt x="9516657" y="1844412"/>
                </a:cubicBezTo>
                <a:cubicBezTo>
                  <a:pt x="9002746" y="2060654"/>
                  <a:pt x="8368242" y="2582157"/>
                  <a:pt x="8147265" y="3063993"/>
                </a:cubicBezTo>
                <a:cubicBezTo>
                  <a:pt x="7926289" y="3545828"/>
                  <a:pt x="7781925" y="4115955"/>
                  <a:pt x="8190803" y="4735422"/>
                </a:cubicBezTo>
                <a:close/>
              </a:path>
            </a:pathLst>
          </a:custGeom>
          <a:solidFill>
            <a:schemeClr val="tx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tx2"/>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40969153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C85FFC0-C72F-F900-5CFF-B84179718FA0}"/>
              </a:ext>
            </a:extLst>
          </p:cNvPr>
          <p:cNvSpPr/>
          <p:nvPr/>
        </p:nvSpPr>
        <p:spPr>
          <a:xfrm rot="2224783">
            <a:off x="3460161" y="6163445"/>
            <a:ext cx="1518870" cy="701868"/>
          </a:xfrm>
          <a:custGeom>
            <a:avLst/>
            <a:gdLst>
              <a:gd name="connsiteX0" fmla="*/ 0 w 1518870"/>
              <a:gd name="connsiteY0" fmla="*/ 37648 h 701868"/>
              <a:gd name="connsiteX1" fmla="*/ 303252 w 1518870"/>
              <a:gd name="connsiteY1" fmla="*/ 0 h 701868"/>
              <a:gd name="connsiteX2" fmla="*/ 312983 w 1518870"/>
              <a:gd name="connsiteY2" fmla="*/ 64029 h 701868"/>
              <a:gd name="connsiteX3" fmla="*/ 569092 w 1518870"/>
              <a:gd name="connsiteY3" fmla="*/ 344065 h 701868"/>
              <a:gd name="connsiteX4" fmla="*/ 945952 w 1518870"/>
              <a:gd name="connsiteY4" fmla="*/ 345461 h 701868"/>
              <a:gd name="connsiteX5" fmla="*/ 1122743 w 1518870"/>
              <a:gd name="connsiteY5" fmla="*/ 215368 h 701868"/>
              <a:gd name="connsiteX6" fmla="*/ 1167260 w 1518870"/>
              <a:gd name="connsiteY6" fmla="*/ 10709 h 701868"/>
              <a:gd name="connsiteX7" fmla="*/ 1518870 w 1518870"/>
              <a:gd name="connsiteY7" fmla="*/ 17669 h 701868"/>
              <a:gd name="connsiteX8" fmla="*/ 1468399 w 1518870"/>
              <a:gd name="connsiteY8" fmla="*/ 228933 h 701868"/>
              <a:gd name="connsiteX9" fmla="*/ 1457666 w 1518870"/>
              <a:gd name="connsiteY9" fmla="*/ 253966 h 701868"/>
              <a:gd name="connsiteX10" fmla="*/ 875969 w 1518870"/>
              <a:gd name="connsiteY10" fmla="*/ 693577 h 701868"/>
              <a:gd name="connsiteX11" fmla="*/ 791461 w 1518870"/>
              <a:gd name="connsiteY11" fmla="*/ 701224 h 701868"/>
              <a:gd name="connsiteX12" fmla="*/ 368779 w 1518870"/>
              <a:gd name="connsiteY12" fmla="*/ 625445 h 701868"/>
              <a:gd name="connsiteX13" fmla="*/ 61659 w 1518870"/>
              <a:gd name="connsiteY13" fmla="*/ 265426 h 701868"/>
              <a:gd name="connsiteX14" fmla="*/ 0 w 1518870"/>
              <a:gd name="connsiteY14" fmla="*/ 37648 h 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8870" h="701868">
                <a:moveTo>
                  <a:pt x="0" y="37648"/>
                </a:moveTo>
                <a:lnTo>
                  <a:pt x="303252" y="0"/>
                </a:lnTo>
                <a:lnTo>
                  <a:pt x="312983" y="64029"/>
                </a:lnTo>
                <a:cubicBezTo>
                  <a:pt x="338033" y="198934"/>
                  <a:pt x="463598" y="297160"/>
                  <a:pt x="569092" y="344065"/>
                </a:cubicBezTo>
                <a:cubicBezTo>
                  <a:pt x="674587" y="390971"/>
                  <a:pt x="834572" y="380155"/>
                  <a:pt x="945952" y="345461"/>
                </a:cubicBezTo>
                <a:cubicBezTo>
                  <a:pt x="1008106" y="301868"/>
                  <a:pt x="1085531" y="268541"/>
                  <a:pt x="1122743" y="215368"/>
                </a:cubicBezTo>
                <a:cubicBezTo>
                  <a:pt x="1154385" y="149614"/>
                  <a:pt x="1175758" y="73970"/>
                  <a:pt x="1167260" y="10709"/>
                </a:cubicBezTo>
                <a:lnTo>
                  <a:pt x="1518870" y="17669"/>
                </a:lnTo>
                <a:cubicBezTo>
                  <a:pt x="1514499" y="60264"/>
                  <a:pt x="1500988" y="139585"/>
                  <a:pt x="1468399" y="228933"/>
                </a:cubicBezTo>
                <a:lnTo>
                  <a:pt x="1457666" y="253966"/>
                </a:lnTo>
                <a:lnTo>
                  <a:pt x="875969" y="693577"/>
                </a:lnTo>
                <a:lnTo>
                  <a:pt x="791461" y="701224"/>
                </a:lnTo>
                <a:cubicBezTo>
                  <a:pt x="626165" y="707270"/>
                  <a:pt x="476661" y="669904"/>
                  <a:pt x="368779" y="625445"/>
                </a:cubicBezTo>
                <a:cubicBezTo>
                  <a:pt x="201773" y="535717"/>
                  <a:pt x="123122" y="363392"/>
                  <a:pt x="61659" y="265426"/>
                </a:cubicBezTo>
                <a:cubicBezTo>
                  <a:pt x="196" y="167459"/>
                  <a:pt x="6392" y="101343"/>
                  <a:pt x="0" y="3764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Star: 7 Points 2">
            <a:extLst>
              <a:ext uri="{FF2B5EF4-FFF2-40B4-BE49-F238E27FC236}">
                <a16:creationId xmlns:a16="http://schemas.microsoft.com/office/drawing/2014/main" id="{5C79B494-291B-B728-22C2-A04C8813E221}"/>
              </a:ext>
            </a:extLst>
          </p:cNvPr>
          <p:cNvSpPr/>
          <p:nvPr/>
        </p:nvSpPr>
        <p:spPr>
          <a:xfrm rot="21274765">
            <a:off x="331639" y="5073968"/>
            <a:ext cx="1519655" cy="144205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1EDA6F9-D626-7F1E-9068-182DE158B879}"/>
              </a:ext>
            </a:extLst>
          </p:cNvPr>
          <p:cNvSpPr/>
          <p:nvPr/>
        </p:nvSpPr>
        <p:spPr>
          <a:xfrm rot="1467941">
            <a:off x="8623787" y="5673711"/>
            <a:ext cx="617481" cy="1365896"/>
          </a:xfrm>
          <a:custGeom>
            <a:avLst/>
            <a:gdLst>
              <a:gd name="connsiteX0" fmla="*/ 2202 w 617481"/>
              <a:gd name="connsiteY0" fmla="*/ 0 h 1365896"/>
              <a:gd name="connsiteX1" fmla="*/ 615043 w 617481"/>
              <a:gd name="connsiteY1" fmla="*/ 2920 h 1365896"/>
              <a:gd name="connsiteX2" fmla="*/ 613971 w 617481"/>
              <a:gd name="connsiteY2" fmla="*/ 871557 h 1365896"/>
              <a:gd name="connsiteX3" fmla="*/ 613818 w 617481"/>
              <a:gd name="connsiteY3" fmla="*/ 1094934 h 1365896"/>
              <a:gd name="connsiteX4" fmla="*/ 18300 w 617481"/>
              <a:gd name="connsiteY4" fmla="*/ 1365896 h 1365896"/>
              <a:gd name="connsiteX5" fmla="*/ 17300 w 617481"/>
              <a:gd name="connsiteY5" fmla="*/ 1331318 h 1365896"/>
              <a:gd name="connsiteX6" fmla="*/ 5567 w 617481"/>
              <a:gd name="connsiteY6" fmla="*/ 610848 h 1365896"/>
              <a:gd name="connsiteX7" fmla="*/ 2202 w 617481"/>
              <a:gd name="connsiteY7" fmla="*/ 0 h 13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481" h="1365896">
                <a:moveTo>
                  <a:pt x="2202" y="0"/>
                </a:moveTo>
                <a:lnTo>
                  <a:pt x="615043" y="2920"/>
                </a:lnTo>
                <a:cubicBezTo>
                  <a:pt x="622245" y="16997"/>
                  <a:pt x="610894" y="627629"/>
                  <a:pt x="613971" y="871557"/>
                </a:cubicBezTo>
                <a:lnTo>
                  <a:pt x="613818" y="1094934"/>
                </a:lnTo>
                <a:lnTo>
                  <a:pt x="18300" y="1365896"/>
                </a:lnTo>
                <a:lnTo>
                  <a:pt x="17300" y="1331318"/>
                </a:lnTo>
                <a:cubicBezTo>
                  <a:pt x="10777" y="1061317"/>
                  <a:pt x="9486" y="776926"/>
                  <a:pt x="5567" y="610848"/>
                </a:cubicBezTo>
                <a:cubicBezTo>
                  <a:pt x="1449" y="373868"/>
                  <a:pt x="-2652" y="175470"/>
                  <a:pt x="22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8" name="Isosceles Triangle 2">
            <a:extLst>
              <a:ext uri="{FF2B5EF4-FFF2-40B4-BE49-F238E27FC236}">
                <a16:creationId xmlns:a16="http://schemas.microsoft.com/office/drawing/2014/main" id="{A5863C22-1CC1-75C0-6215-0F40FA296272}"/>
              </a:ext>
            </a:extLst>
          </p:cNvPr>
          <p:cNvSpPr/>
          <p:nvPr/>
        </p:nvSpPr>
        <p:spPr>
          <a:xfrm rot="1025276">
            <a:off x="1497091" y="3148569"/>
            <a:ext cx="1266102" cy="1141596"/>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7 Points 2">
            <a:extLst>
              <a:ext uri="{FF2B5EF4-FFF2-40B4-BE49-F238E27FC236}">
                <a16:creationId xmlns:a16="http://schemas.microsoft.com/office/drawing/2014/main" id="{0E2B8178-BE8F-880E-D752-724082F4161B}"/>
              </a:ext>
            </a:extLst>
          </p:cNvPr>
          <p:cNvSpPr/>
          <p:nvPr/>
        </p:nvSpPr>
        <p:spPr>
          <a:xfrm rot="15264538">
            <a:off x="10090562" y="3888117"/>
            <a:ext cx="1231246" cy="124049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AD7C05-D49D-B531-DDC8-D946DE455494}"/>
              </a:ext>
            </a:extLst>
          </p:cNvPr>
          <p:cNvSpPr/>
          <p:nvPr/>
        </p:nvSpPr>
        <p:spPr>
          <a:xfrm rot="1588828">
            <a:off x="2210220" y="500078"/>
            <a:ext cx="1421719" cy="6936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7">
            <a:extLst>
              <a:ext uri="{FF2B5EF4-FFF2-40B4-BE49-F238E27FC236}">
                <a16:creationId xmlns:a16="http://schemas.microsoft.com/office/drawing/2014/main" id="{5C559778-C467-990D-8502-F365F2214034}"/>
              </a:ext>
            </a:extLst>
          </p:cNvPr>
          <p:cNvSpPr/>
          <p:nvPr/>
        </p:nvSpPr>
        <p:spPr>
          <a:xfrm rot="18749635" flipH="1">
            <a:off x="10246917" y="837086"/>
            <a:ext cx="1186677" cy="1024181"/>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5854958E-645E-B6CF-370B-2EDD2064B066}"/>
              </a:ext>
            </a:extLst>
          </p:cNvPr>
          <p:cNvSpPr/>
          <p:nvPr/>
        </p:nvSpPr>
        <p:spPr>
          <a:xfrm rot="2913124">
            <a:off x="-144485" y="1340695"/>
            <a:ext cx="1103812" cy="1086017"/>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FEED3D5A-A101-980D-FA2C-40E1FD3410BE}"/>
              </a:ext>
            </a:extLst>
          </p:cNvPr>
          <p:cNvSpPr/>
          <p:nvPr/>
        </p:nvSpPr>
        <p:spPr>
          <a:xfrm rot="10281995">
            <a:off x="7991797" y="51988"/>
            <a:ext cx="976375" cy="91078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4525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9CF005CF-205E-3608-F581-10406FA6EC17}"/>
              </a:ext>
            </a:extLst>
          </p:cNvPr>
          <p:cNvSpPr/>
          <p:nvPr/>
        </p:nvSpPr>
        <p:spPr>
          <a:xfrm rot="2011926">
            <a:off x="8444242" y="5591564"/>
            <a:ext cx="1034517" cy="1675605"/>
          </a:xfrm>
          <a:custGeom>
            <a:avLst/>
            <a:gdLst>
              <a:gd name="connsiteX0" fmla="*/ 3689 w 1034517"/>
              <a:gd name="connsiteY0" fmla="*/ 0 h 1675605"/>
              <a:gd name="connsiteX1" fmla="*/ 1030432 w 1034517"/>
              <a:gd name="connsiteY1" fmla="*/ 3677 h 1675605"/>
              <a:gd name="connsiteX2" fmla="*/ 1027730 w 1034517"/>
              <a:gd name="connsiteY2" fmla="*/ 963081 h 1675605"/>
              <a:gd name="connsiteX3" fmla="*/ 1027878 w 1034517"/>
              <a:gd name="connsiteY3" fmla="*/ 1013630 h 1675605"/>
              <a:gd name="connsiteX4" fmla="*/ 28960 w 1034517"/>
              <a:gd name="connsiteY4" fmla="*/ 1675605 h 1675605"/>
              <a:gd name="connsiteX5" fmla="*/ 22225 w 1034517"/>
              <a:gd name="connsiteY5" fmla="*/ 1420730 h 1675605"/>
              <a:gd name="connsiteX6" fmla="*/ 9327 w 1034517"/>
              <a:gd name="connsiteY6" fmla="*/ 769240 h 1675605"/>
              <a:gd name="connsiteX7" fmla="*/ 3689 w 1034517"/>
              <a:gd name="connsiteY7" fmla="*/ 0 h 167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517" h="1675605">
                <a:moveTo>
                  <a:pt x="3689" y="0"/>
                </a:moveTo>
                <a:lnTo>
                  <a:pt x="1030432" y="3677"/>
                </a:lnTo>
                <a:cubicBezTo>
                  <a:pt x="1040991" y="19188"/>
                  <a:pt x="1027750" y="609868"/>
                  <a:pt x="1027730" y="963081"/>
                </a:cubicBezTo>
                <a:lnTo>
                  <a:pt x="1027878" y="1013630"/>
                </a:lnTo>
                <a:lnTo>
                  <a:pt x="28960" y="1675605"/>
                </a:lnTo>
                <a:lnTo>
                  <a:pt x="22225" y="1420730"/>
                </a:lnTo>
                <a:cubicBezTo>
                  <a:pt x="16698" y="1166759"/>
                  <a:pt x="14251" y="926095"/>
                  <a:pt x="9327" y="769240"/>
                </a:cubicBezTo>
                <a:cubicBezTo>
                  <a:pt x="2428" y="470811"/>
                  <a:pt x="-4444" y="220969"/>
                  <a:pt x="3689"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29B99026-428B-6924-9AE4-8C05B0563881}"/>
              </a:ext>
            </a:extLst>
          </p:cNvPr>
          <p:cNvSpPr/>
          <p:nvPr/>
        </p:nvSpPr>
        <p:spPr>
          <a:xfrm rot="2913124">
            <a:off x="2682275" y="5364442"/>
            <a:ext cx="1717203" cy="1697039"/>
          </a:xfrm>
          <a:custGeom>
            <a:avLst/>
            <a:gdLst>
              <a:gd name="connsiteX0" fmla="*/ 299160 w 1717203"/>
              <a:gd name="connsiteY0" fmla="*/ 205772 h 1697039"/>
              <a:gd name="connsiteX1" fmla="*/ 794372 w 1717203"/>
              <a:gd name="connsiteY1" fmla="*/ 213 h 1697039"/>
              <a:gd name="connsiteX2" fmla="*/ 1481443 w 1717203"/>
              <a:gd name="connsiteY2" fmla="*/ 228650 h 1697039"/>
              <a:gd name="connsiteX3" fmla="*/ 1713706 w 1717203"/>
              <a:gd name="connsiteY3" fmla="*/ 766609 h 1697039"/>
              <a:gd name="connsiteX4" fmla="*/ 1717203 w 1717203"/>
              <a:gd name="connsiteY4" fmla="*/ 850736 h 1697039"/>
              <a:gd name="connsiteX5" fmla="*/ 993858 w 1717203"/>
              <a:gd name="connsiteY5" fmla="*/ 1669827 h 1697039"/>
              <a:gd name="connsiteX6" fmla="*/ 934806 w 1717203"/>
              <a:gd name="connsiteY6" fmla="*/ 1684818 h 1697039"/>
              <a:gd name="connsiteX7" fmla="*/ 706772 w 1717203"/>
              <a:gd name="connsiteY7" fmla="*/ 1689826 h 1697039"/>
              <a:gd name="connsiteX8" fmla="*/ 6695 w 1717203"/>
              <a:gd name="connsiteY8" fmla="*/ 913575 h 1697039"/>
              <a:gd name="connsiteX9" fmla="*/ 255062 w 1717203"/>
              <a:gd name="connsiteY9" fmla="*/ 259118 h 1697039"/>
              <a:gd name="connsiteX10" fmla="*/ 299160 w 1717203"/>
              <a:gd name="connsiteY10" fmla="*/ 205772 h 16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7203" h="1697039">
                <a:moveTo>
                  <a:pt x="299160" y="205772"/>
                </a:moveTo>
                <a:cubicBezTo>
                  <a:pt x="414905" y="86401"/>
                  <a:pt x="615524" y="4657"/>
                  <a:pt x="794372" y="213"/>
                </a:cubicBezTo>
                <a:cubicBezTo>
                  <a:pt x="998768" y="-4865"/>
                  <a:pt x="1333660" y="80867"/>
                  <a:pt x="1481443" y="228650"/>
                </a:cubicBezTo>
                <a:cubicBezTo>
                  <a:pt x="1573807" y="321015"/>
                  <a:pt x="1685825" y="535804"/>
                  <a:pt x="1713706" y="766609"/>
                </a:cubicBezTo>
                <a:lnTo>
                  <a:pt x="1717203" y="850736"/>
                </a:lnTo>
                <a:lnTo>
                  <a:pt x="993858" y="1669827"/>
                </a:lnTo>
                <a:lnTo>
                  <a:pt x="934806" y="1684818"/>
                </a:lnTo>
                <a:cubicBezTo>
                  <a:pt x="852938" y="1699378"/>
                  <a:pt x="775269" y="1700776"/>
                  <a:pt x="706772" y="1689826"/>
                </a:cubicBezTo>
                <a:cubicBezTo>
                  <a:pt x="432788" y="1646027"/>
                  <a:pt x="51512" y="1273903"/>
                  <a:pt x="6695" y="913575"/>
                </a:cubicBezTo>
                <a:cubicBezTo>
                  <a:pt x="-38121" y="553247"/>
                  <a:pt x="152982" y="406902"/>
                  <a:pt x="255062" y="259118"/>
                </a:cubicBezTo>
                <a:cubicBezTo>
                  <a:pt x="267822" y="240645"/>
                  <a:pt x="282625" y="222824"/>
                  <a:pt x="299160" y="20577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1" name="Isosceles Triangle 2">
            <a:extLst>
              <a:ext uri="{FF2B5EF4-FFF2-40B4-BE49-F238E27FC236}">
                <a16:creationId xmlns:a16="http://schemas.microsoft.com/office/drawing/2014/main" id="{F3801517-0438-91C0-DC4F-9185AEDDBD2E}"/>
              </a:ext>
            </a:extLst>
          </p:cNvPr>
          <p:cNvSpPr/>
          <p:nvPr/>
        </p:nvSpPr>
        <p:spPr>
          <a:xfrm rot="451832">
            <a:off x="889855" y="1922711"/>
            <a:ext cx="1860149" cy="1677021"/>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 name="connsiteX0" fmla="*/ 0 w 1262004"/>
              <a:gd name="connsiteY0" fmla="*/ 1006208 h 1137762"/>
              <a:gd name="connsiteX1" fmla="*/ 622138 w 1262004"/>
              <a:gd name="connsiteY1" fmla="*/ 83701 h 1137762"/>
              <a:gd name="connsiteX2" fmla="*/ 763837 w 1262004"/>
              <a:gd name="connsiteY2" fmla="*/ 85866 h 1137762"/>
              <a:gd name="connsiteX3" fmla="*/ 1217518 w 1262004"/>
              <a:gd name="connsiteY3" fmla="*/ 1005533 h 1137762"/>
              <a:gd name="connsiteX4" fmla="*/ 1255895 w 1262004"/>
              <a:gd name="connsiteY4" fmla="*/ 1136587 h 1137762"/>
              <a:gd name="connsiteX5" fmla="*/ 0 w 1262004"/>
              <a:gd name="connsiteY5" fmla="*/ 1006208 h 1137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762">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52845" y="1036185"/>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7 Points 2">
            <a:extLst>
              <a:ext uri="{FF2B5EF4-FFF2-40B4-BE49-F238E27FC236}">
                <a16:creationId xmlns:a16="http://schemas.microsoft.com/office/drawing/2014/main" id="{8B17EF5E-106A-365E-16C3-D138375CA313}"/>
              </a:ext>
            </a:extLst>
          </p:cNvPr>
          <p:cNvSpPr/>
          <p:nvPr/>
        </p:nvSpPr>
        <p:spPr>
          <a:xfrm rot="15264538">
            <a:off x="9707164" y="2759530"/>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0AAB5A3-76EE-DC42-7343-4B94AE43765A}"/>
              </a:ext>
            </a:extLst>
          </p:cNvPr>
          <p:cNvSpPr/>
          <p:nvPr/>
        </p:nvSpPr>
        <p:spPr>
          <a:xfrm rot="1588828">
            <a:off x="1908058" y="83474"/>
            <a:ext cx="2147316" cy="1093247"/>
          </a:xfrm>
          <a:custGeom>
            <a:avLst/>
            <a:gdLst>
              <a:gd name="connsiteX0" fmla="*/ 0 w 2147316"/>
              <a:gd name="connsiteY0" fmla="*/ 381534 h 1093247"/>
              <a:gd name="connsiteX1" fmla="*/ 765892 w 2147316"/>
              <a:gd name="connsiteY1" fmla="*/ 0 h 1093247"/>
              <a:gd name="connsiteX2" fmla="*/ 1016583 w 2147316"/>
              <a:gd name="connsiteY2" fmla="*/ 1225 h 1093247"/>
              <a:gd name="connsiteX3" fmla="*/ 2138294 w 2147316"/>
              <a:gd name="connsiteY3" fmla="*/ 21391 h 1093247"/>
              <a:gd name="connsiteX4" fmla="*/ 2060364 w 2147316"/>
              <a:gd name="connsiteY4" fmla="*/ 514248 h 1093247"/>
              <a:gd name="connsiteX5" fmla="*/ 1411873 w 2147316"/>
              <a:gd name="connsiteY5" fmla="*/ 1071370 h 1093247"/>
              <a:gd name="connsiteX6" fmla="*/ 461413 w 2147316"/>
              <a:gd name="connsiteY6" fmla="*/ 987933 h 1093247"/>
              <a:gd name="connsiteX7" fmla="*/ 15866 w 2147316"/>
              <a:gd name="connsiteY7" fmla="*/ 411100 h 109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16" h="1093247">
                <a:moveTo>
                  <a:pt x="0" y="381534"/>
                </a:moveTo>
                <a:lnTo>
                  <a:pt x="765892" y="0"/>
                </a:lnTo>
                <a:lnTo>
                  <a:pt x="1016583" y="1225"/>
                </a:lnTo>
                <a:cubicBezTo>
                  <a:pt x="1390487" y="7947"/>
                  <a:pt x="1765479" y="21201"/>
                  <a:pt x="2138294" y="21391"/>
                </a:cubicBezTo>
                <a:cubicBezTo>
                  <a:pt x="2164586" y="26909"/>
                  <a:pt x="2131858" y="353328"/>
                  <a:pt x="2060364" y="514248"/>
                </a:cubicBezTo>
                <a:cubicBezTo>
                  <a:pt x="1949454" y="736415"/>
                  <a:pt x="1690702" y="967023"/>
                  <a:pt x="1411873" y="1071370"/>
                </a:cubicBezTo>
                <a:cubicBezTo>
                  <a:pt x="1168454" y="1119284"/>
                  <a:pt x="739434" y="1087184"/>
                  <a:pt x="461413" y="987933"/>
                </a:cubicBezTo>
                <a:cubicBezTo>
                  <a:pt x="234037" y="874004"/>
                  <a:pt x="106680" y="588693"/>
                  <a:pt x="15866" y="41110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F7D62F9E-954A-F498-C3B8-806843BFACC1}"/>
              </a:ext>
            </a:extLst>
          </p:cNvPr>
          <p:cNvSpPr/>
          <p:nvPr/>
        </p:nvSpPr>
        <p:spPr>
          <a:xfrm rot="18923913" flipH="1">
            <a:off x="8932605" y="-272143"/>
            <a:ext cx="1708393" cy="1617915"/>
          </a:xfrm>
          <a:custGeom>
            <a:avLst/>
            <a:gdLst>
              <a:gd name="connsiteX0" fmla="*/ 458444 w 1708393"/>
              <a:gd name="connsiteY0" fmla="*/ 445297 h 1617915"/>
              <a:gd name="connsiteX1" fmla="*/ 0 w 1708393"/>
              <a:gd name="connsiteY1" fmla="*/ 897408 h 1617915"/>
              <a:gd name="connsiteX2" fmla="*/ 32484 w 1708393"/>
              <a:gd name="connsiteY2" fmla="*/ 1019322 h 1617915"/>
              <a:gd name="connsiteX3" fmla="*/ 114482 w 1708393"/>
              <a:gd name="connsiteY3" fmla="*/ 1281679 h 1617915"/>
              <a:gd name="connsiteX4" fmla="*/ 401112 w 1708393"/>
              <a:gd name="connsiteY4" fmla="*/ 1542836 h 1617915"/>
              <a:gd name="connsiteX5" fmla="*/ 920514 w 1708393"/>
              <a:gd name="connsiteY5" fmla="*/ 1617771 h 1617915"/>
              <a:gd name="connsiteX6" fmla="*/ 1469173 w 1708393"/>
              <a:gd name="connsiteY6" fmla="*/ 1445032 h 1617915"/>
              <a:gd name="connsiteX7" fmla="*/ 1687783 w 1708393"/>
              <a:gd name="connsiteY7" fmla="*/ 75197 h 1617915"/>
              <a:gd name="connsiteX8" fmla="*/ 1686622 w 1708393"/>
              <a:gd name="connsiteY8" fmla="*/ 0 h 1617915"/>
              <a:gd name="connsiteX9" fmla="*/ 1176080 w 1708393"/>
              <a:gd name="connsiteY9" fmla="*/ 0 h 1617915"/>
              <a:gd name="connsiteX10" fmla="*/ 1209541 w 1708393"/>
              <a:gd name="connsiteY10" fmla="*/ 442274 h 1617915"/>
              <a:gd name="connsiteX11" fmla="*/ 1159667 w 1708393"/>
              <a:gd name="connsiteY11" fmla="*/ 972905 h 1617915"/>
              <a:gd name="connsiteX12" fmla="*/ 615657 w 1708393"/>
              <a:gd name="connsiteY12" fmla="*/ 956852 h 1617915"/>
              <a:gd name="connsiteX13" fmla="*/ 467832 w 1708393"/>
              <a:gd name="connsiteY13" fmla="*/ 499217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8393" h="1617915">
                <a:moveTo>
                  <a:pt x="458444" y="445297"/>
                </a:moveTo>
                <a:lnTo>
                  <a:pt x="0" y="897408"/>
                </a:lnTo>
                <a:lnTo>
                  <a:pt x="32484" y="1019322"/>
                </a:lnTo>
                <a:cubicBezTo>
                  <a:pt x="62259" y="1125763"/>
                  <a:pt x="90843" y="1217394"/>
                  <a:pt x="114482" y="1281679"/>
                </a:cubicBezTo>
                <a:cubicBezTo>
                  <a:pt x="190954" y="1433099"/>
                  <a:pt x="224952" y="1492929"/>
                  <a:pt x="401112" y="1542836"/>
                </a:cubicBezTo>
                <a:cubicBezTo>
                  <a:pt x="571913" y="1596462"/>
                  <a:pt x="738609" y="1620006"/>
                  <a:pt x="920514" y="1617771"/>
                </a:cubicBezTo>
                <a:cubicBezTo>
                  <a:pt x="1102419" y="1615535"/>
                  <a:pt x="1299532" y="1587519"/>
                  <a:pt x="1469173" y="1445032"/>
                </a:cubicBezTo>
                <a:cubicBezTo>
                  <a:pt x="1788974" y="1161392"/>
                  <a:pt x="1700166" y="489669"/>
                  <a:pt x="1687783" y="75197"/>
                </a:cubicBezTo>
                <a:lnTo>
                  <a:pt x="1686622" y="0"/>
                </a:lnTo>
                <a:lnTo>
                  <a:pt x="1176080" y="0"/>
                </a:lnTo>
                <a:lnTo>
                  <a:pt x="1209541" y="442274"/>
                </a:lnTo>
                <a:cubicBezTo>
                  <a:pt x="1219387" y="630226"/>
                  <a:pt x="1235003" y="863873"/>
                  <a:pt x="1159667" y="972905"/>
                </a:cubicBezTo>
                <a:cubicBezTo>
                  <a:pt x="1024664" y="1059678"/>
                  <a:pt x="744198" y="1119003"/>
                  <a:pt x="615657" y="956852"/>
                </a:cubicBezTo>
                <a:cubicBezTo>
                  <a:pt x="551387" y="875776"/>
                  <a:pt x="503909" y="690961"/>
                  <a:pt x="467832" y="4992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5C82F90C-89C5-2E98-6405-F3170F2DAE3C}"/>
              </a:ext>
            </a:extLst>
          </p:cNvPr>
          <p:cNvSpPr/>
          <p:nvPr/>
        </p:nvSpPr>
        <p:spPr>
          <a:xfrm rot="16588822">
            <a:off x="-424207" y="4425598"/>
            <a:ext cx="2194164" cy="1521369"/>
          </a:xfrm>
          <a:custGeom>
            <a:avLst/>
            <a:gdLst>
              <a:gd name="connsiteX0" fmla="*/ 2261800 w 2261840"/>
              <a:gd name="connsiteY0" fmla="*/ 406917 h 1568294"/>
              <a:gd name="connsiteX1" fmla="*/ 1712689 w 2261840"/>
              <a:gd name="connsiteY1" fmla="*/ 626077 h 1568294"/>
              <a:gd name="connsiteX2" fmla="*/ 2140288 w 2261840"/>
              <a:gd name="connsiteY2" fmla="*/ 1171730 h 1568294"/>
              <a:gd name="connsiteX3" fmla="*/ 1484629 w 2261840"/>
              <a:gd name="connsiteY3" fmla="*/ 932788 h 1568294"/>
              <a:gd name="connsiteX4" fmla="*/ 1411449 w 2261840"/>
              <a:gd name="connsiteY4" fmla="*/ 1567622 h 1568294"/>
              <a:gd name="connsiteX5" fmla="*/ 1073599 w 2261840"/>
              <a:gd name="connsiteY5" fmla="*/ 1046774 h 1568294"/>
              <a:gd name="connsiteX6" fmla="*/ 484488 w 2261840"/>
              <a:gd name="connsiteY6" fmla="*/ 1380389 h 1568294"/>
              <a:gd name="connsiteX7" fmla="*/ 699196 w 2261840"/>
              <a:gd name="connsiteY7" fmla="*/ 705041 h 1568294"/>
              <a:gd name="connsiteX8" fmla="*/ 0 w 2261840"/>
              <a:gd name="connsiteY8" fmla="*/ 653887 h 1568294"/>
              <a:gd name="connsiteX9" fmla="*/ 714983 w 2261840"/>
              <a:gd name="connsiteY9" fmla="*/ 310486 h 1568294"/>
              <a:gd name="connsiteX10" fmla="*/ 597383 w 2261840"/>
              <a:gd name="connsiteY10" fmla="*/ 178346 h 1568294"/>
              <a:gd name="connsiteX11" fmla="*/ 570720 w 2261840"/>
              <a:gd name="connsiteY11" fmla="*/ 150959 h 1568294"/>
              <a:gd name="connsiteX12" fmla="*/ 1406681 w 2261840"/>
              <a:gd name="connsiteY12" fmla="*/ 56003 h 1568294"/>
              <a:gd name="connsiteX13" fmla="*/ 1409998 w 2261840"/>
              <a:gd name="connsiteY13" fmla="*/ 70006 h 1568294"/>
              <a:gd name="connsiteX14" fmla="*/ 1440462 w 2261840"/>
              <a:gd name="connsiteY14" fmla="*/ 52166 h 1568294"/>
              <a:gd name="connsiteX15" fmla="*/ 1899722 w 2261840"/>
              <a:gd name="connsiteY15" fmla="*/ 0 h 1568294"/>
              <a:gd name="connsiteX16" fmla="*/ 1894052 w 2261840"/>
              <a:gd name="connsiteY16" fmla="*/ 8558 h 1568294"/>
              <a:gd name="connsiteX17" fmla="*/ 1738863 w 2261840"/>
              <a:gd name="connsiteY17" fmla="*/ 255442 h 1568294"/>
              <a:gd name="connsiteX18" fmla="*/ 2261800 w 2261840"/>
              <a:gd name="connsiteY18" fmla="*/ 406917 h 156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840" h="1568294">
                <a:moveTo>
                  <a:pt x="2261800" y="406917"/>
                </a:moveTo>
                <a:cubicBezTo>
                  <a:pt x="2265936" y="472926"/>
                  <a:pt x="1951830" y="512975"/>
                  <a:pt x="1712689" y="626077"/>
                </a:cubicBezTo>
                <a:cubicBezTo>
                  <a:pt x="1798844" y="739393"/>
                  <a:pt x="2054988" y="1006011"/>
                  <a:pt x="2140288" y="1171730"/>
                </a:cubicBezTo>
                <a:cubicBezTo>
                  <a:pt x="2111516" y="1181913"/>
                  <a:pt x="1645202" y="982786"/>
                  <a:pt x="1484629" y="932788"/>
                </a:cubicBezTo>
                <a:cubicBezTo>
                  <a:pt x="1464072" y="1079114"/>
                  <a:pt x="1447280" y="1433597"/>
                  <a:pt x="1411449" y="1567622"/>
                </a:cubicBezTo>
                <a:cubicBezTo>
                  <a:pt x="1351033" y="1590116"/>
                  <a:pt x="1102088" y="1040425"/>
                  <a:pt x="1073599" y="1046774"/>
                </a:cubicBezTo>
                <a:cubicBezTo>
                  <a:pt x="1015360" y="1044144"/>
                  <a:pt x="548910" y="1443541"/>
                  <a:pt x="484488" y="1380389"/>
                </a:cubicBezTo>
                <a:cubicBezTo>
                  <a:pt x="517677" y="1158616"/>
                  <a:pt x="642493" y="909230"/>
                  <a:pt x="699196" y="705041"/>
                </a:cubicBezTo>
                <a:cubicBezTo>
                  <a:pt x="660190" y="671938"/>
                  <a:pt x="23067" y="717380"/>
                  <a:pt x="0" y="653887"/>
                </a:cubicBezTo>
                <a:cubicBezTo>
                  <a:pt x="186799" y="520873"/>
                  <a:pt x="520884" y="408210"/>
                  <a:pt x="714983" y="310486"/>
                </a:cubicBezTo>
                <a:cubicBezTo>
                  <a:pt x="689229" y="276263"/>
                  <a:pt x="646872" y="229950"/>
                  <a:pt x="597383" y="178346"/>
                </a:cubicBezTo>
                <a:lnTo>
                  <a:pt x="570720" y="150959"/>
                </a:lnTo>
                <a:lnTo>
                  <a:pt x="1406681" y="56003"/>
                </a:lnTo>
                <a:lnTo>
                  <a:pt x="1409998" y="70006"/>
                </a:lnTo>
                <a:lnTo>
                  <a:pt x="1440462" y="52166"/>
                </a:lnTo>
                <a:lnTo>
                  <a:pt x="1899722" y="0"/>
                </a:lnTo>
                <a:lnTo>
                  <a:pt x="1894052" y="8558"/>
                </a:lnTo>
                <a:lnTo>
                  <a:pt x="1738863" y="255442"/>
                </a:lnTo>
                <a:cubicBezTo>
                  <a:pt x="1786568" y="289619"/>
                  <a:pt x="2203503" y="359016"/>
                  <a:pt x="2261800" y="4069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oup 17">
            <a:extLst>
              <a:ext uri="{FF2B5EF4-FFF2-40B4-BE49-F238E27FC236}">
                <a16:creationId xmlns:a16="http://schemas.microsoft.com/office/drawing/2014/main" id="{A00DB1FA-E977-E339-6323-760CD892E1CC}"/>
              </a:ext>
            </a:extLst>
          </p:cNvPr>
          <p:cNvGrpSpPr/>
          <p:nvPr/>
        </p:nvGrpSpPr>
        <p:grpSpPr>
          <a:xfrm rot="10991591" flipH="1">
            <a:off x="2847409" y="560672"/>
            <a:ext cx="645011" cy="276465"/>
            <a:chOff x="9017281" y="2382447"/>
            <a:chExt cx="707560" cy="303275"/>
          </a:xfrm>
        </p:grpSpPr>
        <p:sp>
          <p:nvSpPr>
            <p:cNvPr id="19" name="Oval 18">
              <a:extLst>
                <a:ext uri="{FF2B5EF4-FFF2-40B4-BE49-F238E27FC236}">
                  <a16:creationId xmlns:a16="http://schemas.microsoft.com/office/drawing/2014/main" id="{CA64186A-E19A-A8F8-C1F0-6F5D0EFE40F8}"/>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8">
              <a:extLst>
                <a:ext uri="{FF2B5EF4-FFF2-40B4-BE49-F238E27FC236}">
                  <a16:creationId xmlns:a16="http://schemas.microsoft.com/office/drawing/2014/main" id="{719F3AAA-C14D-FA36-350D-2C0FAFAD0148}"/>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E318B54A-AE2D-4A1E-7866-514FD593D1F7}"/>
                </a:ext>
              </a:extLst>
            </p:cNvPr>
            <p:cNvSpPr/>
            <p:nvPr/>
          </p:nvSpPr>
          <p:spPr>
            <a:xfrm rot="11328795" flipH="1" flipV="1">
              <a:off x="9467729" y="238244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30">
              <a:extLst>
                <a:ext uri="{FF2B5EF4-FFF2-40B4-BE49-F238E27FC236}">
                  <a16:creationId xmlns:a16="http://schemas.microsoft.com/office/drawing/2014/main" id="{8850C03A-ADC1-E2FE-A265-3BDB999064BC}"/>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3" name="Group 22">
            <a:extLst>
              <a:ext uri="{FF2B5EF4-FFF2-40B4-BE49-F238E27FC236}">
                <a16:creationId xmlns:a16="http://schemas.microsoft.com/office/drawing/2014/main" id="{E03BD0DC-98EE-B07B-8868-4135557553B5}"/>
              </a:ext>
            </a:extLst>
          </p:cNvPr>
          <p:cNvGrpSpPr/>
          <p:nvPr/>
        </p:nvGrpSpPr>
        <p:grpSpPr>
          <a:xfrm flipH="1">
            <a:off x="10431204" y="3517916"/>
            <a:ext cx="604535" cy="324056"/>
            <a:chOff x="5447388" y="3100610"/>
            <a:chExt cx="1500891" cy="804540"/>
          </a:xfrm>
        </p:grpSpPr>
        <p:sp>
          <p:nvSpPr>
            <p:cNvPr id="24" name="Oval 23">
              <a:extLst>
                <a:ext uri="{FF2B5EF4-FFF2-40B4-BE49-F238E27FC236}">
                  <a16:creationId xmlns:a16="http://schemas.microsoft.com/office/drawing/2014/main" id="{FA870E85-9F4C-73A6-0899-B499B4C1D587}"/>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B66156F-54FC-77FF-9C78-29A74755B10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C9847B55-B6EF-0195-AD9D-582E09AEF46B}"/>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88629DC-6A87-AF7E-6114-D79FEE57729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276FB776-4650-C66C-B0D8-85921C869276}"/>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EC38C64-1574-F8B4-E162-918CB4121742}"/>
              </a:ext>
            </a:extLst>
          </p:cNvPr>
          <p:cNvGrpSpPr/>
          <p:nvPr/>
        </p:nvGrpSpPr>
        <p:grpSpPr>
          <a:xfrm rot="624441">
            <a:off x="1552131" y="2769855"/>
            <a:ext cx="409734" cy="334036"/>
            <a:chOff x="7443521" y="1453584"/>
            <a:chExt cx="575806" cy="469427"/>
          </a:xfrm>
        </p:grpSpPr>
        <p:grpSp>
          <p:nvGrpSpPr>
            <p:cNvPr id="30" name="Group 29">
              <a:extLst>
                <a:ext uri="{FF2B5EF4-FFF2-40B4-BE49-F238E27FC236}">
                  <a16:creationId xmlns:a16="http://schemas.microsoft.com/office/drawing/2014/main" id="{87210A82-8323-906F-1B32-2EE6123E27CA}"/>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7F4BEDC8-E15C-E818-191E-05747FD44BD0}"/>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082DD75-5E08-65AF-9782-9564CB100E43}"/>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32122F53-7604-F7D7-11D7-4B0D1317DCA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0FEB2D8-8457-4CFD-BC27-698ABF59D302}"/>
              </a:ext>
            </a:extLst>
          </p:cNvPr>
          <p:cNvGrpSpPr/>
          <p:nvPr/>
        </p:nvGrpSpPr>
        <p:grpSpPr>
          <a:xfrm rot="20964336">
            <a:off x="3386613" y="5837325"/>
            <a:ext cx="537670" cy="501843"/>
            <a:chOff x="4481297" y="5447730"/>
            <a:chExt cx="537670" cy="501843"/>
          </a:xfrm>
        </p:grpSpPr>
        <p:grpSp>
          <p:nvGrpSpPr>
            <p:cNvPr id="35" name="Group 34">
              <a:extLst>
                <a:ext uri="{FF2B5EF4-FFF2-40B4-BE49-F238E27FC236}">
                  <a16:creationId xmlns:a16="http://schemas.microsoft.com/office/drawing/2014/main" id="{6FD58BD9-F577-5B98-047D-10218FD162C0}"/>
                </a:ext>
              </a:extLst>
            </p:cNvPr>
            <p:cNvGrpSpPr/>
            <p:nvPr/>
          </p:nvGrpSpPr>
          <p:grpSpPr>
            <a:xfrm>
              <a:off x="4481297" y="5447730"/>
              <a:ext cx="537670" cy="271689"/>
              <a:chOff x="1162566" y="1754387"/>
              <a:chExt cx="619238" cy="312906"/>
            </a:xfrm>
          </p:grpSpPr>
          <p:sp>
            <p:nvSpPr>
              <p:cNvPr id="37" name="Oval 36">
                <a:extLst>
                  <a:ext uri="{FF2B5EF4-FFF2-40B4-BE49-F238E27FC236}">
                    <a16:creationId xmlns:a16="http://schemas.microsoft.com/office/drawing/2014/main" id="{537B8284-ED29-10DC-D7C0-18CC12231548}"/>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757C033C-CDAB-215A-9CFD-42B79ED5BC28}"/>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9655D9A6-9494-9FBA-D376-D1CED2ED49EC}"/>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9C8F8A57-BD5D-44B9-876C-5F2949A92CD3}"/>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6" name="Freeform: Shape 35">
              <a:extLst>
                <a:ext uri="{FF2B5EF4-FFF2-40B4-BE49-F238E27FC236}">
                  <a16:creationId xmlns:a16="http://schemas.microsoft.com/office/drawing/2014/main" id="{2042AA7E-8310-5265-FA35-FBB439D2A5C7}"/>
                </a:ext>
              </a:extLst>
            </p:cNvPr>
            <p:cNvSpPr/>
            <p:nvPr/>
          </p:nvSpPr>
          <p:spPr>
            <a:xfrm rot="387385">
              <a:off x="4591430" y="5903854"/>
              <a:ext cx="363347"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202239"/>
                <a:gd name="connsiteY0" fmla="*/ 6914 h 91665"/>
                <a:gd name="connsiteX1" fmla="*/ 107170 w 202239"/>
                <a:gd name="connsiteY1" fmla="*/ 91612 h 91665"/>
                <a:gd name="connsiteX2" fmla="*/ 202239 w 202239"/>
                <a:gd name="connsiteY2" fmla="*/ 0 h 91665"/>
                <a:gd name="connsiteX0" fmla="*/ 0 w 202239"/>
                <a:gd name="connsiteY0" fmla="*/ 6914 h 6914"/>
                <a:gd name="connsiteX1" fmla="*/ 202239 w 202239"/>
                <a:gd name="connsiteY1" fmla="*/ 0 h 6914"/>
                <a:gd name="connsiteX0" fmla="*/ 0 w 8434"/>
                <a:gd name="connsiteY0" fmla="*/ 33765 h 33765"/>
                <a:gd name="connsiteX1" fmla="*/ 8434 w 8434"/>
                <a:gd name="connsiteY1" fmla="*/ 0 h 33765"/>
              </a:gdLst>
              <a:ahLst/>
              <a:cxnLst>
                <a:cxn ang="0">
                  <a:pos x="connsiteX0" y="connsiteY0"/>
                </a:cxn>
                <a:cxn ang="0">
                  <a:pos x="connsiteX1" y="connsiteY1"/>
                </a:cxn>
              </a:cxnLst>
              <a:rect l="l" t="t" r="r" b="b"/>
              <a:pathLst>
                <a:path w="8434" h="33765">
                  <a:moveTo>
                    <a:pt x="0" y="33765"/>
                  </a:moveTo>
                  <a:lnTo>
                    <a:pt x="8434" y="0"/>
                  </a:ln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7404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99285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35388" y="770769"/>
            <a:ext cx="5314380"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5388" y="2380036"/>
            <a:ext cx="5314380" cy="330251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538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Freeform: Shape 8">
            <a:extLst>
              <a:ext uri="{FF2B5EF4-FFF2-40B4-BE49-F238E27FC236}">
                <a16:creationId xmlns:a16="http://schemas.microsoft.com/office/drawing/2014/main" id="{42BF2540-84D9-973F-172B-74D931BBA57D}"/>
              </a:ext>
            </a:extLst>
          </p:cNvPr>
          <p:cNvSpPr/>
          <p:nvPr/>
        </p:nvSpPr>
        <p:spPr>
          <a:xfrm rot="9437962" flipH="1" flipV="1">
            <a:off x="2298939" y="3794624"/>
            <a:ext cx="1806472" cy="159727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37E10CE6-E5F7-B29E-865D-6AFF5EE5C784}"/>
              </a:ext>
            </a:extLst>
          </p:cNvPr>
          <p:cNvSpPr/>
          <p:nvPr/>
        </p:nvSpPr>
        <p:spPr>
          <a:xfrm rot="11415393">
            <a:off x="927147" y="5177139"/>
            <a:ext cx="1645244" cy="153471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Star: 7 Points 2">
            <a:extLst>
              <a:ext uri="{FF2B5EF4-FFF2-40B4-BE49-F238E27FC236}">
                <a16:creationId xmlns:a16="http://schemas.microsoft.com/office/drawing/2014/main" id="{BFB8572E-A2A2-BD78-1FC4-A3371936E68D}"/>
              </a:ext>
            </a:extLst>
          </p:cNvPr>
          <p:cNvSpPr/>
          <p:nvPr/>
        </p:nvSpPr>
        <p:spPr>
          <a:xfrm rot="10800000">
            <a:off x="770989" y="2340450"/>
            <a:ext cx="2173849" cy="206283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180846 w 5102527"/>
              <a:gd name="connsiteY3" fmla="*/ 1484330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35786" y="1844717"/>
                  <a:pt x="612507" y="1152100"/>
                  <a:pt x="549170" y="961008"/>
                </a:cubicBezTo>
                <a:cubicBezTo>
                  <a:pt x="1068090" y="1049466"/>
                  <a:pt x="2084244" y="1465466"/>
                  <a:pt x="2180846" y="1484330"/>
                </a:cubicBezTo>
                <a:cubicBezTo>
                  <a:pt x="2349127" y="1263246"/>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1A38DC4-EF66-59C1-05E8-A3AAC54BA6E3}"/>
              </a:ext>
            </a:extLst>
          </p:cNvPr>
          <p:cNvGrpSpPr/>
          <p:nvPr/>
        </p:nvGrpSpPr>
        <p:grpSpPr>
          <a:xfrm rot="624441">
            <a:off x="1554384" y="3152416"/>
            <a:ext cx="395498" cy="322431"/>
            <a:chOff x="7443521" y="1453584"/>
            <a:chExt cx="575806" cy="469427"/>
          </a:xfrm>
        </p:grpSpPr>
        <p:grpSp>
          <p:nvGrpSpPr>
            <p:cNvPr id="13" name="Group 12">
              <a:extLst>
                <a:ext uri="{FF2B5EF4-FFF2-40B4-BE49-F238E27FC236}">
                  <a16:creationId xmlns:a16="http://schemas.microsoft.com/office/drawing/2014/main" id="{554DAE39-EB44-1474-EBFE-00AE4654E1EA}"/>
                </a:ext>
              </a:extLst>
            </p:cNvPr>
            <p:cNvGrpSpPr/>
            <p:nvPr/>
          </p:nvGrpSpPr>
          <p:grpSpPr>
            <a:xfrm>
              <a:off x="7443521" y="1453584"/>
              <a:ext cx="575806" cy="245719"/>
              <a:chOff x="7443521" y="1453584"/>
              <a:chExt cx="575806" cy="245719"/>
            </a:xfrm>
          </p:grpSpPr>
          <p:sp>
            <p:nvSpPr>
              <p:cNvPr id="15" name="Oval 14">
                <a:extLst>
                  <a:ext uri="{FF2B5EF4-FFF2-40B4-BE49-F238E27FC236}">
                    <a16:creationId xmlns:a16="http://schemas.microsoft.com/office/drawing/2014/main" id="{EDA4245F-0019-8474-6690-20BC929242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355FC5C-B4C9-C94D-0046-F14316FC0B9D}"/>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reeform: Shape 30">
              <a:extLst>
                <a:ext uri="{FF2B5EF4-FFF2-40B4-BE49-F238E27FC236}">
                  <a16:creationId xmlns:a16="http://schemas.microsoft.com/office/drawing/2014/main" id="{0CE2E756-40D1-9ABD-08DE-B64A0C7A48C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17F4DFE-478D-61BC-9E53-8E7CD84DF103}"/>
              </a:ext>
            </a:extLst>
          </p:cNvPr>
          <p:cNvGrpSpPr/>
          <p:nvPr/>
        </p:nvGrpSpPr>
        <p:grpSpPr>
          <a:xfrm>
            <a:off x="1474522" y="5812133"/>
            <a:ext cx="672886" cy="164624"/>
            <a:chOff x="8663598" y="4719110"/>
            <a:chExt cx="672886" cy="164624"/>
          </a:xfrm>
        </p:grpSpPr>
        <p:sp>
          <p:nvSpPr>
            <p:cNvPr id="18" name="Freeform: Shape 25">
              <a:extLst>
                <a:ext uri="{FF2B5EF4-FFF2-40B4-BE49-F238E27FC236}">
                  <a16:creationId xmlns:a16="http://schemas.microsoft.com/office/drawing/2014/main" id="{77F3D104-CD81-FE19-BC45-D1BD8DC091CB}"/>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6">
              <a:extLst>
                <a:ext uri="{FF2B5EF4-FFF2-40B4-BE49-F238E27FC236}">
                  <a16:creationId xmlns:a16="http://schemas.microsoft.com/office/drawing/2014/main" id="{C5EB116A-8368-89D5-CA93-C7F38C42E4A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EB7224F2-A751-1DF0-7DD4-01ACEE3E622B}"/>
              </a:ext>
            </a:extLst>
          </p:cNvPr>
          <p:cNvSpPr/>
          <p:nvPr/>
        </p:nvSpPr>
        <p:spPr>
          <a:xfrm rot="522784" flipH="1">
            <a:off x="1556256" y="6144372"/>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E0FF038-E2F9-97AD-7EBC-AA13AAB390DF}"/>
              </a:ext>
            </a:extLst>
          </p:cNvPr>
          <p:cNvGrpSpPr/>
          <p:nvPr/>
        </p:nvGrpSpPr>
        <p:grpSpPr>
          <a:xfrm rot="21022711">
            <a:off x="2859488" y="4407515"/>
            <a:ext cx="605923" cy="274808"/>
            <a:chOff x="1162566" y="1754387"/>
            <a:chExt cx="689925" cy="312906"/>
          </a:xfrm>
        </p:grpSpPr>
        <p:sp>
          <p:nvSpPr>
            <p:cNvPr id="8" name="Oval 7">
              <a:extLst>
                <a:ext uri="{FF2B5EF4-FFF2-40B4-BE49-F238E27FC236}">
                  <a16:creationId xmlns:a16="http://schemas.microsoft.com/office/drawing/2014/main" id="{211CEB61-89A2-C270-9B5E-13BC6B8325D7}"/>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11">
              <a:extLst>
                <a:ext uri="{FF2B5EF4-FFF2-40B4-BE49-F238E27FC236}">
                  <a16:creationId xmlns:a16="http://schemas.microsoft.com/office/drawing/2014/main" id="{26FA8B24-DB81-36AB-14DE-058FA02C83E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865DD46C-3157-C605-6FE0-4836446E269E}"/>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3">
              <a:extLst>
                <a:ext uri="{FF2B5EF4-FFF2-40B4-BE49-F238E27FC236}">
                  <a16:creationId xmlns:a16="http://schemas.microsoft.com/office/drawing/2014/main" id="{71D5F0C1-7C4B-0FB3-F896-CE6BC415E5C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9" name="Oval 38">
            <a:extLst>
              <a:ext uri="{FF2B5EF4-FFF2-40B4-BE49-F238E27FC236}">
                <a16:creationId xmlns:a16="http://schemas.microsoft.com/office/drawing/2014/main" id="{B492B90A-FAFB-9E8D-A7CE-FEE9903CB1C3}"/>
              </a:ext>
            </a:extLst>
          </p:cNvPr>
          <p:cNvSpPr/>
          <p:nvPr/>
        </p:nvSpPr>
        <p:spPr>
          <a:xfrm rot="15815893" flipH="1">
            <a:off x="3155640" y="4756047"/>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7732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089787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4321436" y="779913"/>
            <a:ext cx="6352118"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321436" y="2389180"/>
            <a:ext cx="6352119"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321436"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58572B5B-0703-9DFD-97BF-BEC263CF9BDB}"/>
              </a:ext>
            </a:extLst>
          </p:cNvPr>
          <p:cNvSpPr/>
          <p:nvPr/>
        </p:nvSpPr>
        <p:spPr>
          <a:xfrm rot="20893692">
            <a:off x="401440" y="4206858"/>
            <a:ext cx="2245912" cy="10958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7E86DA35-E3AA-AA8C-64E2-DA9C4F30F469}"/>
              </a:ext>
            </a:extLst>
          </p:cNvPr>
          <p:cNvSpPr/>
          <p:nvPr/>
        </p:nvSpPr>
        <p:spPr>
          <a:xfrm rot="10800000" flipH="1">
            <a:off x="998860" y="5240085"/>
            <a:ext cx="1874613" cy="1617915"/>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tar: 7 Points 2">
            <a:extLst>
              <a:ext uri="{FF2B5EF4-FFF2-40B4-BE49-F238E27FC236}">
                <a16:creationId xmlns:a16="http://schemas.microsoft.com/office/drawing/2014/main" id="{16B2034F-88FE-C74C-C03D-90288E4FEBF2}"/>
              </a:ext>
            </a:extLst>
          </p:cNvPr>
          <p:cNvSpPr/>
          <p:nvPr/>
        </p:nvSpPr>
        <p:spPr>
          <a:xfrm rot="20709720">
            <a:off x="977015" y="1929248"/>
            <a:ext cx="2400624" cy="227803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B41A757-EA8B-1AFC-818F-6021608FE0AE}"/>
              </a:ext>
            </a:extLst>
          </p:cNvPr>
          <p:cNvSpPr/>
          <p:nvPr/>
        </p:nvSpPr>
        <p:spPr>
          <a:xfrm>
            <a:off x="1254715" y="4842942"/>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CDA9534-E89F-A835-5C79-3BD16A1561A9}"/>
              </a:ext>
            </a:extLst>
          </p:cNvPr>
          <p:cNvGrpSpPr/>
          <p:nvPr/>
        </p:nvGrpSpPr>
        <p:grpSpPr>
          <a:xfrm>
            <a:off x="1085874" y="4438630"/>
            <a:ext cx="619238" cy="312906"/>
            <a:chOff x="1162566" y="1754387"/>
            <a:chExt cx="619238" cy="312906"/>
          </a:xfrm>
        </p:grpSpPr>
        <p:sp>
          <p:nvSpPr>
            <p:cNvPr id="12" name="Oval 11">
              <a:extLst>
                <a:ext uri="{FF2B5EF4-FFF2-40B4-BE49-F238E27FC236}">
                  <a16:creationId xmlns:a16="http://schemas.microsoft.com/office/drawing/2014/main" id="{F019F08B-7EB8-0B97-4599-C0753F2DCE41}"/>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3A959B5-FAA7-27D2-D412-3346E5E0224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E01310D8-27E1-A1E0-9086-8FC687DD04D6}"/>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6B66788-387D-6738-5861-C385EEA8EB0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5" name="Group 34">
            <a:extLst>
              <a:ext uri="{FF2B5EF4-FFF2-40B4-BE49-F238E27FC236}">
                <a16:creationId xmlns:a16="http://schemas.microsoft.com/office/drawing/2014/main" id="{B724F911-02BF-A2FC-1461-29D792D59218}"/>
              </a:ext>
            </a:extLst>
          </p:cNvPr>
          <p:cNvGrpSpPr/>
          <p:nvPr/>
        </p:nvGrpSpPr>
        <p:grpSpPr>
          <a:xfrm>
            <a:off x="1968724" y="3018276"/>
            <a:ext cx="601369" cy="298727"/>
            <a:chOff x="2028358" y="2903756"/>
            <a:chExt cx="601369" cy="298727"/>
          </a:xfrm>
        </p:grpSpPr>
        <p:sp>
          <p:nvSpPr>
            <p:cNvPr id="28" name="Freeform: Shape 25">
              <a:extLst>
                <a:ext uri="{FF2B5EF4-FFF2-40B4-BE49-F238E27FC236}">
                  <a16:creationId xmlns:a16="http://schemas.microsoft.com/office/drawing/2014/main" id="{EC648F97-1CB5-031B-23A8-38F11573BF6D}"/>
                </a:ext>
              </a:extLst>
            </p:cNvPr>
            <p:cNvSpPr/>
            <p:nvPr/>
          </p:nvSpPr>
          <p:spPr>
            <a:xfrm rot="5636109">
              <a:off x="2484868" y="2869982"/>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6">
              <a:extLst>
                <a:ext uri="{FF2B5EF4-FFF2-40B4-BE49-F238E27FC236}">
                  <a16:creationId xmlns:a16="http://schemas.microsoft.com/office/drawing/2014/main" id="{182A2BE2-4910-28CF-642D-F7574877B0A5}"/>
                </a:ext>
              </a:extLst>
            </p:cNvPr>
            <p:cNvSpPr/>
            <p:nvPr/>
          </p:nvSpPr>
          <p:spPr>
            <a:xfrm rot="17418376">
              <a:off x="2062774" y="2869340"/>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7">
              <a:extLst>
                <a:ext uri="{FF2B5EF4-FFF2-40B4-BE49-F238E27FC236}">
                  <a16:creationId xmlns:a16="http://schemas.microsoft.com/office/drawing/2014/main" id="{684217DE-70E9-F4B3-9D01-F8379D8FC11C}"/>
                </a:ext>
              </a:extLst>
            </p:cNvPr>
            <p:cNvSpPr/>
            <p:nvPr/>
          </p:nvSpPr>
          <p:spPr>
            <a:xfrm flipH="1">
              <a:off x="2282315" y="3160087"/>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3196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13" name="Freeform 9">
            <a:extLst>
              <a:ext uri="{FF2B5EF4-FFF2-40B4-BE49-F238E27FC236}">
                <a16:creationId xmlns:a16="http://schemas.microsoft.com/office/drawing/2014/main" id="{BA5C9D05-D700-BC27-ED77-5CC7D1303974}"/>
              </a:ext>
            </a:extLst>
          </p:cNvPr>
          <p:cNvSpPr/>
          <p:nvPr/>
        </p:nvSpPr>
        <p:spPr>
          <a:xfrm rot="11640837" flipH="1">
            <a:off x="9184729" y="5609407"/>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770769"/>
            <a:ext cx="6234847"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380036"/>
            <a:ext cx="6234847"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869102" y="6356350"/>
            <a:ext cx="2066535" cy="365125"/>
          </a:xfrm>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4" name="Freeform: Shape 8">
            <a:extLst>
              <a:ext uri="{FF2B5EF4-FFF2-40B4-BE49-F238E27FC236}">
                <a16:creationId xmlns:a16="http://schemas.microsoft.com/office/drawing/2014/main" id="{2E60EA59-3A97-F71C-39D8-314E3369BE17}"/>
              </a:ext>
            </a:extLst>
          </p:cNvPr>
          <p:cNvSpPr/>
          <p:nvPr/>
        </p:nvSpPr>
        <p:spPr>
          <a:xfrm rot="9437962" flipH="1" flipV="1">
            <a:off x="9433983" y="2144563"/>
            <a:ext cx="1928293" cy="17049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10">
            <a:extLst>
              <a:ext uri="{FF2B5EF4-FFF2-40B4-BE49-F238E27FC236}">
                <a16:creationId xmlns:a16="http://schemas.microsoft.com/office/drawing/2014/main" id="{2CFCC7E1-4F9A-E12F-6550-F6EFEB268732}"/>
              </a:ext>
            </a:extLst>
          </p:cNvPr>
          <p:cNvSpPr/>
          <p:nvPr/>
        </p:nvSpPr>
        <p:spPr>
          <a:xfrm rot="11287850">
            <a:off x="10602412" y="3810256"/>
            <a:ext cx="975445" cy="191946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4" name="Group 33">
            <a:extLst>
              <a:ext uri="{FF2B5EF4-FFF2-40B4-BE49-F238E27FC236}">
                <a16:creationId xmlns:a16="http://schemas.microsoft.com/office/drawing/2014/main" id="{DF66EA67-F3BB-FD36-54D8-50869A529826}"/>
              </a:ext>
            </a:extLst>
          </p:cNvPr>
          <p:cNvGrpSpPr/>
          <p:nvPr/>
        </p:nvGrpSpPr>
        <p:grpSpPr>
          <a:xfrm rot="20688335">
            <a:off x="10090858" y="2865059"/>
            <a:ext cx="614543" cy="394516"/>
            <a:chOff x="8663598" y="4719110"/>
            <a:chExt cx="614543" cy="394516"/>
          </a:xfrm>
        </p:grpSpPr>
        <p:sp>
          <p:nvSpPr>
            <p:cNvPr id="35" name="Freeform: Shape 25">
              <a:extLst>
                <a:ext uri="{FF2B5EF4-FFF2-40B4-BE49-F238E27FC236}">
                  <a16:creationId xmlns:a16="http://schemas.microsoft.com/office/drawing/2014/main" id="{BBE2414B-FF3E-1C2F-2E89-A22BC9573D19}"/>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6">
              <a:extLst>
                <a:ext uri="{FF2B5EF4-FFF2-40B4-BE49-F238E27FC236}">
                  <a16:creationId xmlns:a16="http://schemas.microsoft.com/office/drawing/2014/main" id="{E7370B67-CF9B-63CB-4DB3-8CA7ED5A02C7}"/>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7">
              <a:extLst>
                <a:ext uri="{FF2B5EF4-FFF2-40B4-BE49-F238E27FC236}">
                  <a16:creationId xmlns:a16="http://schemas.microsoft.com/office/drawing/2014/main" id="{6B415B78-0ADC-7019-2DD6-52B75ECB22D6}"/>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449192BE-FBFE-A8F3-1FDD-D95A74A83BAF}"/>
              </a:ext>
            </a:extLst>
          </p:cNvPr>
          <p:cNvGrpSpPr/>
          <p:nvPr/>
        </p:nvGrpSpPr>
        <p:grpSpPr>
          <a:xfrm flipH="1">
            <a:off x="10790055" y="4268562"/>
            <a:ext cx="689925" cy="312906"/>
            <a:chOff x="1162566" y="1754387"/>
            <a:chExt cx="689925" cy="312906"/>
          </a:xfrm>
        </p:grpSpPr>
        <p:sp>
          <p:nvSpPr>
            <p:cNvPr id="8" name="Oval 7">
              <a:extLst>
                <a:ext uri="{FF2B5EF4-FFF2-40B4-BE49-F238E27FC236}">
                  <a16:creationId xmlns:a16="http://schemas.microsoft.com/office/drawing/2014/main" id="{C8DD030C-AA6D-E475-B761-8CB9EC5373DE}"/>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1">
              <a:extLst>
                <a:ext uri="{FF2B5EF4-FFF2-40B4-BE49-F238E27FC236}">
                  <a16:creationId xmlns:a16="http://schemas.microsoft.com/office/drawing/2014/main" id="{2A039456-EE9F-6097-1461-DBEAEFD8EE6A}"/>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0E290AEA-B73A-B14B-0627-CE4D96D39431}"/>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3">
              <a:extLst>
                <a:ext uri="{FF2B5EF4-FFF2-40B4-BE49-F238E27FC236}">
                  <a16:creationId xmlns:a16="http://schemas.microsoft.com/office/drawing/2014/main" id="{42CE1DD7-CE29-818F-E1E5-7D990B47EB6B}"/>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2" name="Oval 11">
            <a:extLst>
              <a:ext uri="{FF2B5EF4-FFF2-40B4-BE49-F238E27FC236}">
                <a16:creationId xmlns:a16="http://schemas.microsoft.com/office/drawing/2014/main" id="{E0235B7B-298D-5F02-F440-F9D4354CAE76}"/>
              </a:ext>
            </a:extLst>
          </p:cNvPr>
          <p:cNvSpPr/>
          <p:nvPr/>
        </p:nvSpPr>
        <p:spPr>
          <a:xfrm rot="15815893" flipH="1">
            <a:off x="11047416" y="468403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4641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1377692"/>
            <a:ext cx="3831700"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6642" y="1377693"/>
            <a:ext cx="4709838" cy="4547619"/>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12" name="Freeform: Shape 11">
            <a:extLst>
              <a:ext uri="{FF2B5EF4-FFF2-40B4-BE49-F238E27FC236}">
                <a16:creationId xmlns:a16="http://schemas.microsoft.com/office/drawing/2014/main" id="{3DC06D49-91B1-E434-F579-E3FA621D53F0}"/>
              </a:ext>
            </a:extLst>
          </p:cNvPr>
          <p:cNvSpPr/>
          <p:nvPr/>
        </p:nvSpPr>
        <p:spPr>
          <a:xfrm rot="16200000" flipH="1">
            <a:off x="8328343" y="2928941"/>
            <a:ext cx="6858000" cy="1000119"/>
          </a:xfrm>
          <a:custGeom>
            <a:avLst/>
            <a:gdLst>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749548 w 6858000"/>
              <a:gd name="connsiteY4" fmla="*/ 365206 h 1000119"/>
              <a:gd name="connsiteX5" fmla="*/ 6413954 w 6858000"/>
              <a:gd name="connsiteY5" fmla="*/ 431553 h 1000119"/>
              <a:gd name="connsiteX6" fmla="*/ 5396161 w 6858000"/>
              <a:gd name="connsiteY6" fmla="*/ 48872 h 1000119"/>
              <a:gd name="connsiteX7" fmla="*/ 4370981 w 6858000"/>
              <a:gd name="connsiteY7" fmla="*/ 509748 h 1000119"/>
              <a:gd name="connsiteX8" fmla="*/ 3390974 w 6858000"/>
              <a:gd name="connsiteY8" fmla="*/ 107519 h 1000119"/>
              <a:gd name="connsiteX9" fmla="*/ 2368521 w 6858000"/>
              <a:gd name="connsiteY9" fmla="*/ 431722 h 1000119"/>
              <a:gd name="connsiteX10" fmla="*/ 1346512 w 6858000"/>
              <a:gd name="connsiteY10" fmla="*/ 1 h 1000119"/>
              <a:gd name="connsiteX11" fmla="*/ 343918 w 6858000"/>
              <a:gd name="connsiteY11" fmla="*/ 431722 h 1000119"/>
              <a:gd name="connsiteX12" fmla="*/ 11586 w 6858000"/>
              <a:gd name="connsiteY12" fmla="*/ 342095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413954 w 6858000"/>
              <a:gd name="connsiteY4" fmla="*/ 431553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344801 w 6858000"/>
              <a:gd name="connsiteY4" fmla="*/ 362397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1000119">
                <a:moveTo>
                  <a:pt x="0" y="335764"/>
                </a:moveTo>
                <a:lnTo>
                  <a:pt x="0" y="1000119"/>
                </a:lnTo>
                <a:lnTo>
                  <a:pt x="6858000" y="1000119"/>
                </a:lnTo>
                <a:lnTo>
                  <a:pt x="6858000" y="310656"/>
                </a:lnTo>
                <a:lnTo>
                  <a:pt x="6344801" y="362397"/>
                </a:lnTo>
                <a:cubicBezTo>
                  <a:pt x="5967955" y="321423"/>
                  <a:pt x="5725131" y="24314"/>
                  <a:pt x="5396161" y="48872"/>
                </a:cubicBezTo>
                <a:cubicBezTo>
                  <a:pt x="5067191" y="73431"/>
                  <a:pt x="4705179" y="499973"/>
                  <a:pt x="4370981" y="509748"/>
                </a:cubicBezTo>
                <a:cubicBezTo>
                  <a:pt x="4036783" y="519521"/>
                  <a:pt x="3950783" y="134422"/>
                  <a:pt x="3390974" y="107519"/>
                </a:cubicBezTo>
                <a:cubicBezTo>
                  <a:pt x="2886362" y="107519"/>
                  <a:pt x="2709263" y="449642"/>
                  <a:pt x="2368521" y="431722"/>
                </a:cubicBezTo>
                <a:cubicBezTo>
                  <a:pt x="2027777" y="413804"/>
                  <a:pt x="1683946" y="1"/>
                  <a:pt x="1346512" y="1"/>
                </a:cubicBezTo>
                <a:cubicBezTo>
                  <a:pt x="841901" y="0"/>
                  <a:pt x="678668" y="411631"/>
                  <a:pt x="343918" y="431722"/>
                </a:cubicBezTo>
                <a:cubicBezTo>
                  <a:pt x="218387" y="439257"/>
                  <a:pt x="116508" y="397382"/>
                  <a:pt x="11586" y="342095"/>
                </a:cubicBezTo>
                <a:lnTo>
                  <a:pt x="0" y="335764"/>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329387" y="6341919"/>
            <a:ext cx="685800"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47053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7" name="Oval 28">
            <a:extLst>
              <a:ext uri="{FF2B5EF4-FFF2-40B4-BE49-F238E27FC236}">
                <a16:creationId xmlns:a16="http://schemas.microsoft.com/office/drawing/2014/main" id="{AB119740-FBC9-9D07-94CC-1A4C5381FAC7}"/>
              </a:ext>
            </a:extLst>
          </p:cNvPr>
          <p:cNvSpPr/>
          <p:nvPr/>
        </p:nvSpPr>
        <p:spPr>
          <a:xfrm rot="12125087" flipH="1">
            <a:off x="472947" y="4178449"/>
            <a:ext cx="1660343" cy="165340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2018 w 3049381"/>
              <a:gd name="connsiteY0" fmla="*/ 1624714 h 3018036"/>
              <a:gd name="connsiteX1" fmla="*/ 443717 w 3049381"/>
              <a:gd name="connsiteY1" fmla="*/ 460819 h 3018036"/>
              <a:gd name="connsiteX2" fmla="*/ 1402833 w 3049381"/>
              <a:gd name="connsiteY2" fmla="*/ 379 h 3018036"/>
              <a:gd name="connsiteX3" fmla="*/ 2624731 w 3049381"/>
              <a:gd name="connsiteY3" fmla="*/ 406634 h 3018036"/>
              <a:gd name="connsiteX4" fmla="*/ 2925568 w 3049381"/>
              <a:gd name="connsiteY4" fmla="*/ 2092073 h 3018036"/>
              <a:gd name="connsiteX5" fmla="*/ 1247046 w 3049381"/>
              <a:gd name="connsiteY5" fmla="*/ 3005209 h 3018036"/>
              <a:gd name="connsiteX6" fmla="*/ 2018 w 3049381"/>
              <a:gd name="connsiteY6" fmla="*/ 1624714 h 3018036"/>
              <a:gd name="connsiteX0" fmla="*/ 2321 w 3049684"/>
              <a:gd name="connsiteY0" fmla="*/ 1624714 h 3018036"/>
              <a:gd name="connsiteX1" fmla="*/ 444020 w 3049684"/>
              <a:gd name="connsiteY1" fmla="*/ 460819 h 3018036"/>
              <a:gd name="connsiteX2" fmla="*/ 1403136 w 3049684"/>
              <a:gd name="connsiteY2" fmla="*/ 379 h 3018036"/>
              <a:gd name="connsiteX3" fmla="*/ 2625034 w 3049684"/>
              <a:gd name="connsiteY3" fmla="*/ 406634 h 3018036"/>
              <a:gd name="connsiteX4" fmla="*/ 2925871 w 3049684"/>
              <a:gd name="connsiteY4" fmla="*/ 2092073 h 3018036"/>
              <a:gd name="connsiteX5" fmla="*/ 1247349 w 3049684"/>
              <a:gd name="connsiteY5" fmla="*/ 3005209 h 3018036"/>
              <a:gd name="connsiteX6" fmla="*/ 2321 w 3049684"/>
              <a:gd name="connsiteY6" fmla="*/ 1624714 h 3018036"/>
              <a:gd name="connsiteX0" fmla="*/ 26699 w 3074062"/>
              <a:gd name="connsiteY0" fmla="*/ 1624345 h 3017667"/>
              <a:gd name="connsiteX1" fmla="*/ 493692 w 3074062"/>
              <a:gd name="connsiteY1" fmla="*/ 398112 h 3017667"/>
              <a:gd name="connsiteX2" fmla="*/ 1427514 w 3074062"/>
              <a:gd name="connsiteY2" fmla="*/ 10 h 3017667"/>
              <a:gd name="connsiteX3" fmla="*/ 2649412 w 3074062"/>
              <a:gd name="connsiteY3" fmla="*/ 406265 h 3017667"/>
              <a:gd name="connsiteX4" fmla="*/ 2950249 w 3074062"/>
              <a:gd name="connsiteY4" fmla="*/ 2091704 h 3017667"/>
              <a:gd name="connsiteX5" fmla="*/ 1271727 w 3074062"/>
              <a:gd name="connsiteY5" fmla="*/ 3004840 h 3017667"/>
              <a:gd name="connsiteX6" fmla="*/ 26699 w 3074062"/>
              <a:gd name="connsiteY6" fmla="*/ 1624345 h 3017667"/>
              <a:gd name="connsiteX0" fmla="*/ 7481 w 3054844"/>
              <a:gd name="connsiteY0" fmla="*/ 1624345 h 3017667"/>
              <a:gd name="connsiteX1" fmla="*/ 474474 w 3054844"/>
              <a:gd name="connsiteY1" fmla="*/ 398112 h 3017667"/>
              <a:gd name="connsiteX2" fmla="*/ 1408296 w 3054844"/>
              <a:gd name="connsiteY2" fmla="*/ 10 h 3017667"/>
              <a:gd name="connsiteX3" fmla="*/ 2630194 w 3054844"/>
              <a:gd name="connsiteY3" fmla="*/ 406265 h 3017667"/>
              <a:gd name="connsiteX4" fmla="*/ 2931031 w 3054844"/>
              <a:gd name="connsiteY4" fmla="*/ 2091704 h 3017667"/>
              <a:gd name="connsiteX5" fmla="*/ 1252509 w 3054844"/>
              <a:gd name="connsiteY5" fmla="*/ 3004840 h 3017667"/>
              <a:gd name="connsiteX6" fmla="*/ 7481 w 3054844"/>
              <a:gd name="connsiteY6" fmla="*/ 1624345 h 3017667"/>
              <a:gd name="connsiteX0" fmla="*/ 7481 w 3054844"/>
              <a:gd name="connsiteY0" fmla="*/ 1624345 h 3036733"/>
              <a:gd name="connsiteX1" fmla="*/ 474474 w 3054844"/>
              <a:gd name="connsiteY1" fmla="*/ 398112 h 3036733"/>
              <a:gd name="connsiteX2" fmla="*/ 1408296 w 3054844"/>
              <a:gd name="connsiteY2" fmla="*/ 10 h 3036733"/>
              <a:gd name="connsiteX3" fmla="*/ 2630194 w 3054844"/>
              <a:gd name="connsiteY3" fmla="*/ 406265 h 3036733"/>
              <a:gd name="connsiteX4" fmla="*/ 2931031 w 3054844"/>
              <a:gd name="connsiteY4" fmla="*/ 2091704 h 3036733"/>
              <a:gd name="connsiteX5" fmla="*/ 1252509 w 3054844"/>
              <a:gd name="connsiteY5" fmla="*/ 3004840 h 3036733"/>
              <a:gd name="connsiteX6" fmla="*/ 7481 w 3054844"/>
              <a:gd name="connsiteY6" fmla="*/ 1624345 h 3036733"/>
              <a:gd name="connsiteX0" fmla="*/ 7481 w 3054844"/>
              <a:gd name="connsiteY0" fmla="*/ 1624345 h 3042079"/>
              <a:gd name="connsiteX1" fmla="*/ 474474 w 3054844"/>
              <a:gd name="connsiteY1" fmla="*/ 398112 h 3042079"/>
              <a:gd name="connsiteX2" fmla="*/ 1408296 w 3054844"/>
              <a:gd name="connsiteY2" fmla="*/ 10 h 3042079"/>
              <a:gd name="connsiteX3" fmla="*/ 2630194 w 3054844"/>
              <a:gd name="connsiteY3" fmla="*/ 406265 h 3042079"/>
              <a:gd name="connsiteX4" fmla="*/ 2931031 w 3054844"/>
              <a:gd name="connsiteY4" fmla="*/ 2091704 h 3042079"/>
              <a:gd name="connsiteX5" fmla="*/ 1252509 w 3054844"/>
              <a:gd name="connsiteY5" fmla="*/ 3004840 h 3042079"/>
              <a:gd name="connsiteX6" fmla="*/ 7481 w 3054844"/>
              <a:gd name="connsiteY6" fmla="*/ 1624345 h 304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4844" h="3042079">
                <a:moveTo>
                  <a:pt x="7481" y="1624345"/>
                </a:moveTo>
                <a:cubicBezTo>
                  <a:pt x="-51501" y="1105133"/>
                  <a:pt x="250811" y="652915"/>
                  <a:pt x="474474" y="398112"/>
                </a:cubicBezTo>
                <a:cubicBezTo>
                  <a:pt x="698137" y="143309"/>
                  <a:pt x="1049009" y="-1349"/>
                  <a:pt x="1408296" y="10"/>
                </a:cubicBezTo>
                <a:cubicBezTo>
                  <a:pt x="1767583" y="1369"/>
                  <a:pt x="2367374" y="143445"/>
                  <a:pt x="2630194" y="406265"/>
                </a:cubicBezTo>
                <a:cubicBezTo>
                  <a:pt x="2893014" y="669085"/>
                  <a:pt x="3245311" y="1489274"/>
                  <a:pt x="2931031" y="2091704"/>
                </a:cubicBezTo>
                <a:cubicBezTo>
                  <a:pt x="2554802" y="2890814"/>
                  <a:pt x="1931523" y="3146925"/>
                  <a:pt x="1252509" y="3004840"/>
                </a:cubicBezTo>
                <a:cubicBezTo>
                  <a:pt x="573495" y="2862755"/>
                  <a:pt x="66463" y="2143557"/>
                  <a:pt x="7481" y="162434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4A16ED9F-8A3C-6DC4-67D1-23234ABF0B70}"/>
              </a:ext>
            </a:extLst>
          </p:cNvPr>
          <p:cNvSpPr/>
          <p:nvPr/>
        </p:nvSpPr>
        <p:spPr>
          <a:xfrm rot="10267945">
            <a:off x="1701250" y="5398458"/>
            <a:ext cx="1667077" cy="1476374"/>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66134 w 2972903"/>
              <a:gd name="connsiteY9" fmla="*/ 71203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286431 w 2977292"/>
              <a:gd name="connsiteY6" fmla="*/ 970169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915893 w 2977292"/>
              <a:gd name="connsiteY0" fmla="*/ 1521397 h 1605161"/>
              <a:gd name="connsiteX1" fmla="*/ 463952 w 2977292"/>
              <a:gd name="connsiteY1" fmla="*/ 1281762 h 1605161"/>
              <a:gd name="connsiteX2" fmla="*/ 194856 w 2977292"/>
              <a:gd name="connsiteY2" fmla="*/ 706389 h 1605161"/>
              <a:gd name="connsiteX3" fmla="*/ 0 w 2977292"/>
              <a:gd name="connsiteY3" fmla="*/ 0 h 1605161"/>
              <a:gd name="connsiteX4" fmla="*/ 855425 w 2977292"/>
              <a:gd name="connsiteY4" fmla="*/ 4704 h 1605161"/>
              <a:gd name="connsiteX5" fmla="*/ 963632 w 2977292"/>
              <a:gd name="connsiteY5" fmla="*/ 388957 h 1605161"/>
              <a:gd name="connsiteX6" fmla="*/ 1286431 w 2977292"/>
              <a:gd name="connsiteY6" fmla="*/ 970169 h 1605161"/>
              <a:gd name="connsiteX7" fmla="*/ 1982991 w 2977292"/>
              <a:gd name="connsiteY7" fmla="*/ 912219 h 1605161"/>
              <a:gd name="connsiteX8" fmla="*/ 2107076 w 2977292"/>
              <a:gd name="connsiteY8" fmla="*/ 511371 h 1605161"/>
              <a:gd name="connsiteX9" fmla="*/ 2060459 w 2977292"/>
              <a:gd name="connsiteY9" fmla="*/ 60603 h 1605161"/>
              <a:gd name="connsiteX10" fmla="*/ 2931756 w 2977292"/>
              <a:gd name="connsiteY10" fmla="*/ 133467 h 1605161"/>
              <a:gd name="connsiteX11" fmla="*/ 2568409 w 2977292"/>
              <a:gd name="connsiteY11" fmla="*/ 1426949 h 1605161"/>
              <a:gd name="connsiteX12" fmla="*/ 915893 w 2977292"/>
              <a:gd name="connsiteY12" fmla="*/ 1521397 h 1605161"/>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963632 w 2977292"/>
              <a:gd name="connsiteY5" fmla="*/ 388957 h 1583529"/>
              <a:gd name="connsiteX6" fmla="*/ 1286431 w 2977292"/>
              <a:gd name="connsiteY6" fmla="*/ 970169 h 1583529"/>
              <a:gd name="connsiteX7" fmla="*/ 1982991 w 2977292"/>
              <a:gd name="connsiteY7" fmla="*/ 912219 h 1583529"/>
              <a:gd name="connsiteX8" fmla="*/ 2107076 w 2977292"/>
              <a:gd name="connsiteY8" fmla="*/ 511371 h 1583529"/>
              <a:gd name="connsiteX9" fmla="*/ 2060459 w 2977292"/>
              <a:gd name="connsiteY9" fmla="*/ 60603 h 1583529"/>
              <a:gd name="connsiteX10" fmla="*/ 2931756 w 2977292"/>
              <a:gd name="connsiteY10" fmla="*/ 133467 h 1583529"/>
              <a:gd name="connsiteX11" fmla="*/ 2568409 w 2977292"/>
              <a:gd name="connsiteY11" fmla="*/ 1426949 h 1583529"/>
              <a:gd name="connsiteX12" fmla="*/ 915893 w 2977292"/>
              <a:gd name="connsiteY12"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6653 w 2978052"/>
              <a:gd name="connsiteY0" fmla="*/ 1516693 h 1578825"/>
              <a:gd name="connsiteX1" fmla="*/ 464712 w 2978052"/>
              <a:gd name="connsiteY1" fmla="*/ 1277058 h 1578825"/>
              <a:gd name="connsiteX2" fmla="*/ 195616 w 2978052"/>
              <a:gd name="connsiteY2" fmla="*/ 701685 h 1578825"/>
              <a:gd name="connsiteX3" fmla="*/ -1 w 2978052"/>
              <a:gd name="connsiteY3" fmla="*/ 30482 h 1578825"/>
              <a:gd name="connsiteX4" fmla="*/ 856185 w 2978052"/>
              <a:gd name="connsiteY4" fmla="*/ 0 h 1578825"/>
              <a:gd name="connsiteX5" fmla="*/ 1287191 w 2978052"/>
              <a:gd name="connsiteY5" fmla="*/ 965465 h 1578825"/>
              <a:gd name="connsiteX6" fmla="*/ 1983751 w 2978052"/>
              <a:gd name="connsiteY6" fmla="*/ 907515 h 1578825"/>
              <a:gd name="connsiteX7" fmla="*/ 2107836 w 2978052"/>
              <a:gd name="connsiteY7" fmla="*/ 506667 h 1578825"/>
              <a:gd name="connsiteX8" fmla="*/ 2061219 w 2978052"/>
              <a:gd name="connsiteY8" fmla="*/ 55899 h 1578825"/>
              <a:gd name="connsiteX9" fmla="*/ 2932516 w 2978052"/>
              <a:gd name="connsiteY9" fmla="*/ 128763 h 1578825"/>
              <a:gd name="connsiteX10" fmla="*/ 2569169 w 2978052"/>
              <a:gd name="connsiteY10" fmla="*/ 1422245 h 1578825"/>
              <a:gd name="connsiteX11" fmla="*/ 916653 w 2978052"/>
              <a:gd name="connsiteY11" fmla="*/ 1516693 h 1578825"/>
              <a:gd name="connsiteX0" fmla="*/ 930056 w 2991455"/>
              <a:gd name="connsiteY0" fmla="*/ 1516693 h 1578825"/>
              <a:gd name="connsiteX1" fmla="*/ 478115 w 2991455"/>
              <a:gd name="connsiteY1" fmla="*/ 1277058 h 1578825"/>
              <a:gd name="connsiteX2" fmla="*/ 209019 w 2991455"/>
              <a:gd name="connsiteY2" fmla="*/ 701685 h 1578825"/>
              <a:gd name="connsiteX3" fmla="*/ 1 w 2991455"/>
              <a:gd name="connsiteY3" fmla="*/ 49383 h 1578825"/>
              <a:gd name="connsiteX4" fmla="*/ 869588 w 2991455"/>
              <a:gd name="connsiteY4" fmla="*/ 0 h 1578825"/>
              <a:gd name="connsiteX5" fmla="*/ 1300594 w 2991455"/>
              <a:gd name="connsiteY5" fmla="*/ 965465 h 1578825"/>
              <a:gd name="connsiteX6" fmla="*/ 1997154 w 2991455"/>
              <a:gd name="connsiteY6" fmla="*/ 907515 h 1578825"/>
              <a:gd name="connsiteX7" fmla="*/ 2121239 w 2991455"/>
              <a:gd name="connsiteY7" fmla="*/ 506667 h 1578825"/>
              <a:gd name="connsiteX8" fmla="*/ 2074622 w 2991455"/>
              <a:gd name="connsiteY8" fmla="*/ 55899 h 1578825"/>
              <a:gd name="connsiteX9" fmla="*/ 2945919 w 2991455"/>
              <a:gd name="connsiteY9" fmla="*/ 128763 h 1578825"/>
              <a:gd name="connsiteX10" fmla="*/ 2582572 w 2991455"/>
              <a:gd name="connsiteY10" fmla="*/ 1422245 h 1578825"/>
              <a:gd name="connsiteX11" fmla="*/ 930056 w 2991455"/>
              <a:gd name="connsiteY11" fmla="*/ 1516693 h 1578825"/>
              <a:gd name="connsiteX0" fmla="*/ 930054 w 2991453"/>
              <a:gd name="connsiteY0" fmla="*/ 1516693 h 1578825"/>
              <a:gd name="connsiteX1" fmla="*/ 478113 w 2991453"/>
              <a:gd name="connsiteY1" fmla="*/ 1277058 h 1578825"/>
              <a:gd name="connsiteX2" fmla="*/ 209017 w 2991453"/>
              <a:gd name="connsiteY2" fmla="*/ 701685 h 1578825"/>
              <a:gd name="connsiteX3" fmla="*/ -1 w 2991453"/>
              <a:gd name="connsiteY3" fmla="*/ 49383 h 1578825"/>
              <a:gd name="connsiteX4" fmla="*/ 869586 w 2991453"/>
              <a:gd name="connsiteY4" fmla="*/ 0 h 1578825"/>
              <a:gd name="connsiteX5" fmla="*/ 1300592 w 2991453"/>
              <a:gd name="connsiteY5" fmla="*/ 965465 h 1578825"/>
              <a:gd name="connsiteX6" fmla="*/ 1997152 w 2991453"/>
              <a:gd name="connsiteY6" fmla="*/ 907515 h 1578825"/>
              <a:gd name="connsiteX7" fmla="*/ 2121237 w 2991453"/>
              <a:gd name="connsiteY7" fmla="*/ 506667 h 1578825"/>
              <a:gd name="connsiteX8" fmla="*/ 2074620 w 2991453"/>
              <a:gd name="connsiteY8" fmla="*/ 55899 h 1578825"/>
              <a:gd name="connsiteX9" fmla="*/ 2945917 w 2991453"/>
              <a:gd name="connsiteY9" fmla="*/ 128763 h 1578825"/>
              <a:gd name="connsiteX10" fmla="*/ 2582570 w 2991453"/>
              <a:gd name="connsiteY10" fmla="*/ 1422245 h 1578825"/>
              <a:gd name="connsiteX11" fmla="*/ 930054 w 2991453"/>
              <a:gd name="connsiteY11" fmla="*/ 1516693 h 157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91453" h="1578825">
                <a:moveTo>
                  <a:pt x="930054" y="1516693"/>
                </a:moveTo>
                <a:cubicBezTo>
                  <a:pt x="654774" y="1472336"/>
                  <a:pt x="598286" y="1412893"/>
                  <a:pt x="478113" y="1277058"/>
                </a:cubicBezTo>
                <a:cubicBezTo>
                  <a:pt x="357940" y="1141223"/>
                  <a:pt x="288703" y="906297"/>
                  <a:pt x="209017" y="701685"/>
                </a:cubicBezTo>
                <a:cubicBezTo>
                  <a:pt x="129331" y="497073"/>
                  <a:pt x="12107" y="190975"/>
                  <a:pt x="-1" y="49383"/>
                </a:cubicBezTo>
                <a:cubicBezTo>
                  <a:pt x="388345" y="11858"/>
                  <a:pt x="579724" y="16461"/>
                  <a:pt x="869586" y="0"/>
                </a:cubicBezTo>
                <a:cubicBezTo>
                  <a:pt x="971535" y="448899"/>
                  <a:pt x="1173780" y="902085"/>
                  <a:pt x="1300592" y="965465"/>
                </a:cubicBezTo>
                <a:cubicBezTo>
                  <a:pt x="1427404" y="1028845"/>
                  <a:pt x="1786186" y="984638"/>
                  <a:pt x="1997152" y="907515"/>
                </a:cubicBezTo>
                <a:cubicBezTo>
                  <a:pt x="2114878" y="810608"/>
                  <a:pt x="2136624" y="673718"/>
                  <a:pt x="2121237" y="506667"/>
                </a:cubicBezTo>
                <a:cubicBezTo>
                  <a:pt x="2110912" y="318629"/>
                  <a:pt x="2090715" y="196524"/>
                  <a:pt x="2074620" y="55899"/>
                </a:cubicBezTo>
                <a:lnTo>
                  <a:pt x="2945917" y="128763"/>
                </a:lnTo>
                <a:cubicBezTo>
                  <a:pt x="2923839" y="381263"/>
                  <a:pt x="3207801" y="1134134"/>
                  <a:pt x="2582570" y="1422245"/>
                </a:cubicBezTo>
                <a:cubicBezTo>
                  <a:pt x="2162450" y="1610211"/>
                  <a:pt x="1463869" y="1612017"/>
                  <a:pt x="930054" y="151669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oup 12">
            <a:extLst>
              <a:ext uri="{FF2B5EF4-FFF2-40B4-BE49-F238E27FC236}">
                <a16:creationId xmlns:a16="http://schemas.microsoft.com/office/drawing/2014/main" id="{6F387526-1CCE-605F-44AF-A4DC82A701C0}"/>
              </a:ext>
            </a:extLst>
          </p:cNvPr>
          <p:cNvGrpSpPr/>
          <p:nvPr/>
        </p:nvGrpSpPr>
        <p:grpSpPr>
          <a:xfrm rot="21128632">
            <a:off x="958989" y="4984630"/>
            <a:ext cx="688256" cy="306609"/>
            <a:chOff x="10096975" y="5939226"/>
            <a:chExt cx="929806" cy="414217"/>
          </a:xfrm>
        </p:grpSpPr>
        <p:sp>
          <p:nvSpPr>
            <p:cNvPr id="14" name="Freeform: Shape 14">
              <a:extLst>
                <a:ext uri="{FF2B5EF4-FFF2-40B4-BE49-F238E27FC236}">
                  <a16:creationId xmlns:a16="http://schemas.microsoft.com/office/drawing/2014/main" id="{C6C9B8C3-563E-F90A-1311-67A5E68E1A9A}"/>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5">
              <a:extLst>
                <a:ext uri="{FF2B5EF4-FFF2-40B4-BE49-F238E27FC236}">
                  <a16:creationId xmlns:a16="http://schemas.microsoft.com/office/drawing/2014/main" id="{D6D005CD-1528-1D13-E6B8-C4D82A756A42}"/>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6">
              <a:extLst>
                <a:ext uri="{FF2B5EF4-FFF2-40B4-BE49-F238E27FC236}">
                  <a16:creationId xmlns:a16="http://schemas.microsoft.com/office/drawing/2014/main" id="{96357065-7847-6D2A-84E4-A5962BAE7D25}"/>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924"/>
            <a:ext cx="3927204"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3938" y="947925"/>
            <a:ext cx="5821341" cy="5135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393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03418" y="6341919"/>
            <a:ext cx="598081"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5718883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B429466-2F16-A703-C2D9-6A0662DBFC62}"/>
              </a:ext>
            </a:extLst>
          </p:cNvPr>
          <p:cNvGrpSpPr/>
          <p:nvPr/>
        </p:nvGrpSpPr>
        <p:grpSpPr>
          <a:xfrm>
            <a:off x="6873544" y="5007650"/>
            <a:ext cx="5412805" cy="1938324"/>
            <a:chOff x="7272291" y="5149621"/>
            <a:chExt cx="5014059" cy="1795533"/>
          </a:xfrm>
        </p:grpSpPr>
        <p:sp>
          <p:nvSpPr>
            <p:cNvPr id="8" name="Isosceles Triangle 2">
              <a:extLst>
                <a:ext uri="{FF2B5EF4-FFF2-40B4-BE49-F238E27FC236}">
                  <a16:creationId xmlns:a16="http://schemas.microsoft.com/office/drawing/2014/main" id="{14CD15F2-5147-46E6-4B43-272AC0A2C04C}"/>
                </a:ext>
              </a:extLst>
            </p:cNvPr>
            <p:cNvSpPr/>
            <p:nvPr/>
          </p:nvSpPr>
          <p:spPr>
            <a:xfrm rot="10342974">
              <a:off x="10615537" y="5375467"/>
              <a:ext cx="1670813" cy="150885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68418"/>
                <a:gd name="connsiteY0" fmla="*/ 1130273 h 1134549"/>
                <a:gd name="connsiteX1" fmla="*/ 483144 w 1168418"/>
                <a:gd name="connsiteY1" fmla="*/ 101849 h 1134549"/>
                <a:gd name="connsiteX2" fmla="*/ 581205 w 1168418"/>
                <a:gd name="connsiteY2" fmla="*/ 53882 h 1134549"/>
                <a:gd name="connsiteX3" fmla="*/ 1123932 w 1168418"/>
                <a:gd name="connsiteY3" fmla="*/ 997813 h 1134549"/>
                <a:gd name="connsiteX4" fmla="*/ 1162309 w 1168418"/>
                <a:gd name="connsiteY4" fmla="*/ 1128867 h 1134549"/>
                <a:gd name="connsiteX5" fmla="*/ 0 w 1168418"/>
                <a:gd name="connsiteY5" fmla="*/ 1130273 h 1134549"/>
                <a:gd name="connsiteX0" fmla="*/ 0 w 1168418"/>
                <a:gd name="connsiteY0" fmla="*/ 1106978 h 1111254"/>
                <a:gd name="connsiteX1" fmla="*/ 483144 w 1168418"/>
                <a:gd name="connsiteY1" fmla="*/ 78554 h 1111254"/>
                <a:gd name="connsiteX2" fmla="*/ 589855 w 1168418"/>
                <a:gd name="connsiteY2" fmla="*/ 60936 h 1111254"/>
                <a:gd name="connsiteX3" fmla="*/ 1123932 w 1168418"/>
                <a:gd name="connsiteY3" fmla="*/ 974518 h 1111254"/>
                <a:gd name="connsiteX4" fmla="*/ 1162309 w 1168418"/>
                <a:gd name="connsiteY4" fmla="*/ 1105572 h 1111254"/>
                <a:gd name="connsiteX5" fmla="*/ 0 w 1168418"/>
                <a:gd name="connsiteY5" fmla="*/ 1106978 h 1111254"/>
                <a:gd name="connsiteX0" fmla="*/ 0 w 1168418"/>
                <a:gd name="connsiteY0" fmla="*/ 1065551 h 1069827"/>
                <a:gd name="connsiteX1" fmla="*/ 483144 w 1168418"/>
                <a:gd name="connsiteY1" fmla="*/ 37127 h 1069827"/>
                <a:gd name="connsiteX2" fmla="*/ 589855 w 1168418"/>
                <a:gd name="connsiteY2" fmla="*/ 19509 h 1069827"/>
                <a:gd name="connsiteX3" fmla="*/ 1123932 w 1168418"/>
                <a:gd name="connsiteY3" fmla="*/ 933091 h 1069827"/>
                <a:gd name="connsiteX4" fmla="*/ 1162309 w 1168418"/>
                <a:gd name="connsiteY4" fmla="*/ 1064145 h 1069827"/>
                <a:gd name="connsiteX5" fmla="*/ 0 w 1168418"/>
                <a:gd name="connsiteY5" fmla="*/ 1065551 h 1069827"/>
                <a:gd name="connsiteX0" fmla="*/ 0 w 1168418"/>
                <a:gd name="connsiteY0" fmla="*/ 1028904 h 1033180"/>
                <a:gd name="connsiteX1" fmla="*/ 483144 w 1168418"/>
                <a:gd name="connsiteY1" fmla="*/ 480 h 1033180"/>
                <a:gd name="connsiteX2" fmla="*/ 1123932 w 1168418"/>
                <a:gd name="connsiteY2" fmla="*/ 896444 h 1033180"/>
                <a:gd name="connsiteX3" fmla="*/ 1162309 w 1168418"/>
                <a:gd name="connsiteY3" fmla="*/ 1027498 h 1033180"/>
                <a:gd name="connsiteX4" fmla="*/ 0 w 1168418"/>
                <a:gd name="connsiteY4" fmla="*/ 1028904 h 1033180"/>
                <a:gd name="connsiteX0" fmla="*/ 0 w 1168418"/>
                <a:gd name="connsiteY0" fmla="*/ 1048401 h 1052677"/>
                <a:gd name="connsiteX1" fmla="*/ 504763 w 1168418"/>
                <a:gd name="connsiteY1" fmla="*/ 467 h 1052677"/>
                <a:gd name="connsiteX2" fmla="*/ 1123932 w 1168418"/>
                <a:gd name="connsiteY2" fmla="*/ 915941 h 1052677"/>
                <a:gd name="connsiteX3" fmla="*/ 1162309 w 1168418"/>
                <a:gd name="connsiteY3" fmla="*/ 1046995 h 1052677"/>
                <a:gd name="connsiteX4" fmla="*/ 0 w 1168418"/>
                <a:gd name="connsiteY4" fmla="*/ 1048401 h 1052677"/>
                <a:gd name="connsiteX0" fmla="*/ 0 w 1168418"/>
                <a:gd name="connsiteY0" fmla="*/ 1047934 h 1052210"/>
                <a:gd name="connsiteX1" fmla="*/ 504763 w 1168418"/>
                <a:gd name="connsiteY1" fmla="*/ 0 h 1052210"/>
                <a:gd name="connsiteX2" fmla="*/ 1123932 w 1168418"/>
                <a:gd name="connsiteY2" fmla="*/ 915474 h 1052210"/>
                <a:gd name="connsiteX3" fmla="*/ 1162309 w 1168418"/>
                <a:gd name="connsiteY3" fmla="*/ 1046528 h 1052210"/>
                <a:gd name="connsiteX4" fmla="*/ 0 w 1168418"/>
                <a:gd name="connsiteY4" fmla="*/ 1047934 h 1052210"/>
                <a:gd name="connsiteX0" fmla="*/ 0 w 1171022"/>
                <a:gd name="connsiteY0" fmla="*/ 1047934 h 1052210"/>
                <a:gd name="connsiteX1" fmla="*/ 504763 w 1171022"/>
                <a:gd name="connsiteY1" fmla="*/ 0 h 1052210"/>
                <a:gd name="connsiteX2" fmla="*/ 1162309 w 1171022"/>
                <a:gd name="connsiteY2" fmla="*/ 1046528 h 1052210"/>
                <a:gd name="connsiteX3" fmla="*/ 0 w 1171022"/>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0149"/>
                <a:gd name="connsiteY0" fmla="*/ 1054437 h 1054437"/>
                <a:gd name="connsiteX1" fmla="*/ 500439 w 1160149"/>
                <a:gd name="connsiteY1" fmla="*/ 0 h 1054437"/>
                <a:gd name="connsiteX2" fmla="*/ 1160149 w 1160149"/>
                <a:gd name="connsiteY2" fmla="*/ 957648 h 1054437"/>
                <a:gd name="connsiteX3" fmla="*/ 0 w 1160149"/>
                <a:gd name="connsiteY3" fmla="*/ 1054437 h 1054437"/>
                <a:gd name="connsiteX0" fmla="*/ 4700 w 1164849"/>
                <a:gd name="connsiteY0" fmla="*/ 1054437 h 1054686"/>
                <a:gd name="connsiteX1" fmla="*/ 505139 w 1164849"/>
                <a:gd name="connsiteY1" fmla="*/ 0 h 1054686"/>
                <a:gd name="connsiteX2" fmla="*/ 1164849 w 1164849"/>
                <a:gd name="connsiteY2" fmla="*/ 957648 h 1054686"/>
                <a:gd name="connsiteX3" fmla="*/ 4700 w 1164849"/>
                <a:gd name="connsiteY3" fmla="*/ 1054437 h 1054686"/>
                <a:gd name="connsiteX0" fmla="*/ 4700 w 1164849"/>
                <a:gd name="connsiteY0" fmla="*/ 1054516 h 1054765"/>
                <a:gd name="connsiteX1" fmla="*/ 505139 w 1164849"/>
                <a:gd name="connsiteY1" fmla="*/ 79 h 1054765"/>
                <a:gd name="connsiteX2" fmla="*/ 1164849 w 1164849"/>
                <a:gd name="connsiteY2" fmla="*/ 957727 h 1054765"/>
                <a:gd name="connsiteX3" fmla="*/ 4700 w 1164849"/>
                <a:gd name="connsiteY3" fmla="*/ 1054516 h 1054765"/>
              </a:gdLst>
              <a:ahLst/>
              <a:cxnLst>
                <a:cxn ang="0">
                  <a:pos x="connsiteX0" y="connsiteY0"/>
                </a:cxn>
                <a:cxn ang="0">
                  <a:pos x="connsiteX1" y="connsiteY1"/>
                </a:cxn>
                <a:cxn ang="0">
                  <a:pos x="connsiteX2" y="connsiteY2"/>
                </a:cxn>
                <a:cxn ang="0">
                  <a:pos x="connsiteX3" y="connsiteY3"/>
                </a:cxn>
              </a:cxnLst>
              <a:rect l="l" t="t" r="r" b="b"/>
              <a:pathLst>
                <a:path w="1164849" h="1054765">
                  <a:moveTo>
                    <a:pt x="4700" y="1054516"/>
                  </a:moveTo>
                  <a:cubicBezTo>
                    <a:pt x="-48413" y="1071071"/>
                    <a:pt x="363135" y="260637"/>
                    <a:pt x="505139" y="79"/>
                  </a:cubicBezTo>
                  <a:cubicBezTo>
                    <a:pt x="532564" y="-8890"/>
                    <a:pt x="1052238" y="741883"/>
                    <a:pt x="1164849" y="957727"/>
                  </a:cubicBezTo>
                  <a:cubicBezTo>
                    <a:pt x="1129173" y="971685"/>
                    <a:pt x="399607" y="1050395"/>
                    <a:pt x="4700" y="1054516"/>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31">
              <a:extLst>
                <a:ext uri="{FF2B5EF4-FFF2-40B4-BE49-F238E27FC236}">
                  <a16:creationId xmlns:a16="http://schemas.microsoft.com/office/drawing/2014/main" id="{0DDFB5DF-B8FA-F9B0-3BAF-6BDE4A6A8063}"/>
                </a:ext>
              </a:extLst>
            </p:cNvPr>
            <p:cNvSpPr/>
            <p:nvPr/>
          </p:nvSpPr>
          <p:spPr>
            <a:xfrm rot="20739956" flipH="1" flipV="1">
              <a:off x="8914906" y="5375277"/>
              <a:ext cx="1791485" cy="146544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06070 w 4651852"/>
                <a:gd name="connsiteY0" fmla="*/ 0 h 3771924"/>
                <a:gd name="connsiteX1" fmla="*/ 4651852 w 4651852"/>
                <a:gd name="connsiteY1" fmla="*/ 492918 h 3771924"/>
                <a:gd name="connsiteX2" fmla="*/ 4125750 w 4651852"/>
                <a:gd name="connsiteY2" fmla="*/ 2518241 h 3771924"/>
                <a:gd name="connsiteX3" fmla="*/ 3480016 w 4651852"/>
                <a:gd name="connsiteY3" fmla="*/ 3495046 h 3771924"/>
                <a:gd name="connsiteX4" fmla="*/ 2905397 w 4651852"/>
                <a:gd name="connsiteY4" fmla="*/ 3715864 h 3771924"/>
                <a:gd name="connsiteX5" fmla="*/ 1966540 w 4651852"/>
                <a:gd name="connsiteY5" fmla="*/ 3771012 h 3771924"/>
                <a:gd name="connsiteX6" fmla="*/ 547682 w 4651852"/>
                <a:gd name="connsiteY6" fmla="*/ 3399074 h 3771924"/>
                <a:gd name="connsiteX7" fmla="*/ 72867 w 4651852"/>
                <a:gd name="connsiteY7" fmla="*/ 1641329 h 3771924"/>
                <a:gd name="connsiteX8" fmla="*/ 106070 w 4651852"/>
                <a:gd name="connsiteY8" fmla="*/ 0 h 3771924"/>
                <a:gd name="connsiteX0" fmla="*/ 73992 w 4619774"/>
                <a:gd name="connsiteY0" fmla="*/ 0 h 3771924"/>
                <a:gd name="connsiteX1" fmla="*/ 4619774 w 4619774"/>
                <a:gd name="connsiteY1" fmla="*/ 492918 h 3771924"/>
                <a:gd name="connsiteX2" fmla="*/ 4093672 w 4619774"/>
                <a:gd name="connsiteY2" fmla="*/ 2518241 h 3771924"/>
                <a:gd name="connsiteX3" fmla="*/ 3447938 w 4619774"/>
                <a:gd name="connsiteY3" fmla="*/ 3495046 h 3771924"/>
                <a:gd name="connsiteX4" fmla="*/ 2873319 w 4619774"/>
                <a:gd name="connsiteY4" fmla="*/ 3715864 h 3771924"/>
                <a:gd name="connsiteX5" fmla="*/ 1934462 w 4619774"/>
                <a:gd name="connsiteY5" fmla="*/ 3771012 h 3771924"/>
                <a:gd name="connsiteX6" fmla="*/ 515604 w 4619774"/>
                <a:gd name="connsiteY6" fmla="*/ 3399074 h 3771924"/>
                <a:gd name="connsiteX7" fmla="*/ 40789 w 4619774"/>
                <a:gd name="connsiteY7" fmla="*/ 1641329 h 3771924"/>
                <a:gd name="connsiteX8" fmla="*/ 73992 w 4619774"/>
                <a:gd name="connsiteY8" fmla="*/ 0 h 3771924"/>
                <a:gd name="connsiteX0" fmla="*/ 265898 w 4811680"/>
                <a:gd name="connsiteY0" fmla="*/ 0 h 3771924"/>
                <a:gd name="connsiteX1" fmla="*/ 4811680 w 4811680"/>
                <a:gd name="connsiteY1" fmla="*/ 492918 h 3771924"/>
                <a:gd name="connsiteX2" fmla="*/ 4285578 w 4811680"/>
                <a:gd name="connsiteY2" fmla="*/ 2518241 h 3771924"/>
                <a:gd name="connsiteX3" fmla="*/ 3639844 w 4811680"/>
                <a:gd name="connsiteY3" fmla="*/ 3495046 h 3771924"/>
                <a:gd name="connsiteX4" fmla="*/ 3065225 w 4811680"/>
                <a:gd name="connsiteY4" fmla="*/ 3715864 h 3771924"/>
                <a:gd name="connsiteX5" fmla="*/ 2126368 w 4811680"/>
                <a:gd name="connsiteY5" fmla="*/ 3771012 h 3771924"/>
                <a:gd name="connsiteX6" fmla="*/ 707510 w 4811680"/>
                <a:gd name="connsiteY6" fmla="*/ 3399074 h 3771924"/>
                <a:gd name="connsiteX7" fmla="*/ 265898 w 4811680"/>
                <a:gd name="connsiteY7" fmla="*/ 0 h 3771924"/>
                <a:gd name="connsiteX0" fmla="*/ 83583 w 4629365"/>
                <a:gd name="connsiteY0" fmla="*/ 0 h 3771924"/>
                <a:gd name="connsiteX1" fmla="*/ 4629365 w 4629365"/>
                <a:gd name="connsiteY1" fmla="*/ 492918 h 3771924"/>
                <a:gd name="connsiteX2" fmla="*/ 4103263 w 4629365"/>
                <a:gd name="connsiteY2" fmla="*/ 2518241 h 3771924"/>
                <a:gd name="connsiteX3" fmla="*/ 3457529 w 4629365"/>
                <a:gd name="connsiteY3" fmla="*/ 3495046 h 3771924"/>
                <a:gd name="connsiteX4" fmla="*/ 2882910 w 4629365"/>
                <a:gd name="connsiteY4" fmla="*/ 3715864 h 3771924"/>
                <a:gd name="connsiteX5" fmla="*/ 1944053 w 4629365"/>
                <a:gd name="connsiteY5" fmla="*/ 3771012 h 3771924"/>
                <a:gd name="connsiteX6" fmla="*/ 525195 w 4629365"/>
                <a:gd name="connsiteY6" fmla="*/ 3399074 h 3771924"/>
                <a:gd name="connsiteX7" fmla="*/ 83583 w 4629365"/>
                <a:gd name="connsiteY7" fmla="*/ 0 h 3771924"/>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1312" h="3775652">
                  <a:moveTo>
                    <a:pt x="105530" y="0"/>
                  </a:moveTo>
                  <a:cubicBezTo>
                    <a:pt x="1576277" y="92675"/>
                    <a:pt x="3814024" y="387186"/>
                    <a:pt x="4651312" y="492918"/>
                  </a:cubicBezTo>
                  <a:cubicBezTo>
                    <a:pt x="4515795" y="1549019"/>
                    <a:pt x="4320516" y="2017886"/>
                    <a:pt x="4125210" y="2518241"/>
                  </a:cubicBezTo>
                  <a:cubicBezTo>
                    <a:pt x="4100599" y="2614830"/>
                    <a:pt x="3621069" y="3369609"/>
                    <a:pt x="3479476" y="3495046"/>
                  </a:cubicBezTo>
                  <a:cubicBezTo>
                    <a:pt x="3119608" y="3703841"/>
                    <a:pt x="2477054" y="3798460"/>
                    <a:pt x="1966000" y="3771012"/>
                  </a:cubicBezTo>
                  <a:cubicBezTo>
                    <a:pt x="1550716" y="3706761"/>
                    <a:pt x="752678" y="3508301"/>
                    <a:pt x="413150" y="3330360"/>
                  </a:cubicBezTo>
                  <a:cubicBezTo>
                    <a:pt x="103072" y="2701858"/>
                    <a:pt x="-151187" y="1090615"/>
                    <a:pt x="1055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33">
              <a:extLst>
                <a:ext uri="{FF2B5EF4-FFF2-40B4-BE49-F238E27FC236}">
                  <a16:creationId xmlns:a16="http://schemas.microsoft.com/office/drawing/2014/main" id="{14D9E353-E49B-3130-4A94-9D26B0B9623F}"/>
                </a:ext>
              </a:extLst>
            </p:cNvPr>
            <p:cNvSpPr/>
            <p:nvPr/>
          </p:nvSpPr>
          <p:spPr>
            <a:xfrm rot="12524587" flipV="1">
              <a:off x="7272291" y="5149621"/>
              <a:ext cx="1847226" cy="1795533"/>
            </a:xfrm>
            <a:custGeom>
              <a:avLst/>
              <a:gdLst>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089326 w 4092701"/>
                <a:gd name="connsiteY13" fmla="*/ 2965709 h 3764539"/>
                <a:gd name="connsiteX14" fmla="*/ 1328685 w 4092701"/>
                <a:gd name="connsiteY14" fmla="*/ 3409006 h 3764539"/>
                <a:gd name="connsiteX15" fmla="*/ 1711352 w 4092701"/>
                <a:gd name="connsiteY15" fmla="*/ 3678600 h 3764539"/>
                <a:gd name="connsiteX16" fmla="*/ 2108853 w 4092701"/>
                <a:gd name="connsiteY16" fmla="*/ 3764432 h 3764539"/>
                <a:gd name="connsiteX17" fmla="*/ 2562709 w 4092701"/>
                <a:gd name="connsiteY17" fmla="*/ 3695117 h 3764539"/>
                <a:gd name="connsiteX18" fmla="*/ 2914144 w 4092701"/>
                <a:gd name="connsiteY18" fmla="*/ 3453184 h 3764539"/>
                <a:gd name="connsiteX19" fmla="*/ 3164599 w 4092701"/>
                <a:gd name="connsiteY19" fmla="*/ 3019961 h 3764539"/>
                <a:gd name="connsiteX20" fmla="*/ 3177910 w 4092701"/>
                <a:gd name="connsiteY20" fmla="*/ 2945752 h 3764539"/>
                <a:gd name="connsiteX21" fmla="*/ 3180945 w 4092701"/>
                <a:gd name="connsiteY21" fmla="*/ 2919966 h 3764539"/>
                <a:gd name="connsiteX22" fmla="*/ 3277252 w 4092701"/>
                <a:gd name="connsiteY22" fmla="*/ 2904353 h 3764539"/>
                <a:gd name="connsiteX23" fmla="*/ 3658328 w 4092701"/>
                <a:gd name="connsiteY23" fmla="*/ 2755071 h 3764539"/>
                <a:gd name="connsiteX24" fmla="*/ 4092611 w 4092701"/>
                <a:gd name="connsiteY24" fmla="*/ 2078252 h 3764539"/>
                <a:gd name="connsiteX25" fmla="*/ 3792506 w 4092701"/>
                <a:gd name="connsiteY25" fmla="*/ 1412528 h 3764539"/>
                <a:gd name="connsiteX26" fmla="*/ 3629571 w 4092701"/>
                <a:gd name="connsiteY26" fmla="*/ 1283308 h 3764539"/>
                <a:gd name="connsiteX27" fmla="*/ 3166614 w 4092701"/>
                <a:gd name="connsiteY27" fmla="*/ 1179736 h 3764539"/>
                <a:gd name="connsiteX28" fmla="*/ 3055694 w 4092701"/>
                <a:gd name="connsiteY28" fmla="*/ 1168662 h 3764539"/>
                <a:gd name="connsiteX29" fmla="*/ 3058692 w 4092701"/>
                <a:gd name="connsiteY29" fmla="*/ 1141968 h 3764539"/>
                <a:gd name="connsiteX30" fmla="*/ 2766154 w 4092701"/>
                <a:gd name="connsiteY30"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77910 w 4092701"/>
                <a:gd name="connsiteY19" fmla="*/ 2945752 h 3764539"/>
                <a:gd name="connsiteX20" fmla="*/ 3180945 w 4092701"/>
                <a:gd name="connsiteY20" fmla="*/ 2919966 h 3764539"/>
                <a:gd name="connsiteX21" fmla="*/ 3277252 w 4092701"/>
                <a:gd name="connsiteY21" fmla="*/ 2904353 h 3764539"/>
                <a:gd name="connsiteX22" fmla="*/ 3658328 w 4092701"/>
                <a:gd name="connsiteY22" fmla="*/ 2755071 h 3764539"/>
                <a:gd name="connsiteX23" fmla="*/ 4092611 w 4092701"/>
                <a:gd name="connsiteY23" fmla="*/ 2078252 h 3764539"/>
                <a:gd name="connsiteX24" fmla="*/ 3792506 w 4092701"/>
                <a:gd name="connsiteY24" fmla="*/ 1412528 h 3764539"/>
                <a:gd name="connsiteX25" fmla="*/ 3629571 w 4092701"/>
                <a:gd name="connsiteY25" fmla="*/ 1283308 h 3764539"/>
                <a:gd name="connsiteX26" fmla="*/ 3166614 w 4092701"/>
                <a:gd name="connsiteY26" fmla="*/ 1179736 h 3764539"/>
                <a:gd name="connsiteX27" fmla="*/ 3055694 w 4092701"/>
                <a:gd name="connsiteY27" fmla="*/ 1168662 h 3764539"/>
                <a:gd name="connsiteX28" fmla="*/ 3058692 w 4092701"/>
                <a:gd name="connsiteY28" fmla="*/ 1141968 h 3764539"/>
                <a:gd name="connsiteX29" fmla="*/ 2766154 w 4092701"/>
                <a:gd name="connsiteY29"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80945 w 4092701"/>
                <a:gd name="connsiteY19" fmla="*/ 2919966 h 3764539"/>
                <a:gd name="connsiteX20" fmla="*/ 3277252 w 4092701"/>
                <a:gd name="connsiteY20" fmla="*/ 2904353 h 3764539"/>
                <a:gd name="connsiteX21" fmla="*/ 3658328 w 4092701"/>
                <a:gd name="connsiteY21" fmla="*/ 2755071 h 3764539"/>
                <a:gd name="connsiteX22" fmla="*/ 4092611 w 4092701"/>
                <a:gd name="connsiteY22" fmla="*/ 2078252 h 3764539"/>
                <a:gd name="connsiteX23" fmla="*/ 3792506 w 4092701"/>
                <a:gd name="connsiteY23" fmla="*/ 1412528 h 3764539"/>
                <a:gd name="connsiteX24" fmla="*/ 3629571 w 4092701"/>
                <a:gd name="connsiteY24" fmla="*/ 1283308 h 3764539"/>
                <a:gd name="connsiteX25" fmla="*/ 3166614 w 4092701"/>
                <a:gd name="connsiteY25" fmla="*/ 1179736 h 3764539"/>
                <a:gd name="connsiteX26" fmla="*/ 3055694 w 4092701"/>
                <a:gd name="connsiteY26" fmla="*/ 1168662 h 3764539"/>
                <a:gd name="connsiteX27" fmla="*/ 3058692 w 4092701"/>
                <a:gd name="connsiteY27" fmla="*/ 1141968 h 3764539"/>
                <a:gd name="connsiteX28" fmla="*/ 2766154 w 4092701"/>
                <a:gd name="connsiteY28"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74987"/>
                <a:gd name="connsiteX1" fmla="*/ 1987341 w 4092701"/>
                <a:gd name="connsiteY1" fmla="*/ 1833 h 3774987"/>
                <a:gd name="connsiteX2" fmla="*/ 1222171 w 4092701"/>
                <a:gd name="connsiteY2" fmla="*/ 537347 h 3774987"/>
                <a:gd name="connsiteX3" fmla="*/ 1110171 w 4092701"/>
                <a:gd name="connsiteY3" fmla="*/ 1041458 h 3774987"/>
                <a:gd name="connsiteX4" fmla="*/ 1106484 w 4092701"/>
                <a:gd name="connsiteY4" fmla="*/ 1074808 h 3774987"/>
                <a:gd name="connsiteX5" fmla="*/ 1047053 w 4092701"/>
                <a:gd name="connsiteY5" fmla="*/ 1075196 h 3774987"/>
                <a:gd name="connsiteX6" fmla="*/ 735585 w 4092701"/>
                <a:gd name="connsiteY6" fmla="*/ 1115098 h 3774987"/>
                <a:gd name="connsiteX7" fmla="*/ 54696 w 4092701"/>
                <a:gd name="connsiteY7" fmla="*/ 1641911 h 3774987"/>
                <a:gd name="connsiteX8" fmla="*/ 35361 w 4092701"/>
                <a:gd name="connsiteY8" fmla="*/ 2090955 h 3774987"/>
                <a:gd name="connsiteX9" fmla="*/ 346271 w 4092701"/>
                <a:gd name="connsiteY9" fmla="*/ 2587111 h 3774987"/>
                <a:gd name="connsiteX10" fmla="*/ 972599 w 4092701"/>
                <a:gd name="connsiteY10" fmla="*/ 2852401 h 3774987"/>
                <a:gd name="connsiteX11" fmla="*/ 1060734 w 4092701"/>
                <a:gd name="connsiteY11" fmla="*/ 2857309 h 3774987"/>
                <a:gd name="connsiteX12" fmla="*/ 1061036 w 4092701"/>
                <a:gd name="connsiteY12" fmla="*/ 2858254 h 3774987"/>
                <a:gd name="connsiteX13" fmla="*/ 1328685 w 4092701"/>
                <a:gd name="connsiteY13" fmla="*/ 3409006 h 3774987"/>
                <a:gd name="connsiteX14" fmla="*/ 1711352 w 4092701"/>
                <a:gd name="connsiteY14" fmla="*/ 3678600 h 3774987"/>
                <a:gd name="connsiteX15" fmla="*/ 2108853 w 4092701"/>
                <a:gd name="connsiteY15" fmla="*/ 3764432 h 3774987"/>
                <a:gd name="connsiteX16" fmla="*/ 2914144 w 4092701"/>
                <a:gd name="connsiteY16" fmla="*/ 3453184 h 3774987"/>
                <a:gd name="connsiteX17" fmla="*/ 3180945 w 4092701"/>
                <a:gd name="connsiteY17" fmla="*/ 2919966 h 3774987"/>
                <a:gd name="connsiteX18" fmla="*/ 3277252 w 4092701"/>
                <a:gd name="connsiteY18" fmla="*/ 2904353 h 3774987"/>
                <a:gd name="connsiteX19" fmla="*/ 3658328 w 4092701"/>
                <a:gd name="connsiteY19" fmla="*/ 2755071 h 3774987"/>
                <a:gd name="connsiteX20" fmla="*/ 4092611 w 4092701"/>
                <a:gd name="connsiteY20" fmla="*/ 2078252 h 3774987"/>
                <a:gd name="connsiteX21" fmla="*/ 3792506 w 4092701"/>
                <a:gd name="connsiteY21" fmla="*/ 1412528 h 3774987"/>
                <a:gd name="connsiteX22" fmla="*/ 3629571 w 4092701"/>
                <a:gd name="connsiteY22" fmla="*/ 1283308 h 3774987"/>
                <a:gd name="connsiteX23" fmla="*/ 3166614 w 4092701"/>
                <a:gd name="connsiteY23" fmla="*/ 1179736 h 3774987"/>
                <a:gd name="connsiteX24" fmla="*/ 3055694 w 4092701"/>
                <a:gd name="connsiteY24" fmla="*/ 1168662 h 3774987"/>
                <a:gd name="connsiteX25" fmla="*/ 3058692 w 4092701"/>
                <a:gd name="connsiteY25" fmla="*/ 1141968 h 3774987"/>
                <a:gd name="connsiteX26" fmla="*/ 2766154 w 4092701"/>
                <a:gd name="connsiteY26" fmla="*/ 381813 h 3774987"/>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877901"/>
                <a:gd name="connsiteX1" fmla="*/ 1987341 w 4092701"/>
                <a:gd name="connsiteY1" fmla="*/ 1833 h 3877901"/>
                <a:gd name="connsiteX2" fmla="*/ 1222171 w 4092701"/>
                <a:gd name="connsiteY2" fmla="*/ 537347 h 3877901"/>
                <a:gd name="connsiteX3" fmla="*/ 1110171 w 4092701"/>
                <a:gd name="connsiteY3" fmla="*/ 1041458 h 3877901"/>
                <a:gd name="connsiteX4" fmla="*/ 1106484 w 4092701"/>
                <a:gd name="connsiteY4" fmla="*/ 1074808 h 3877901"/>
                <a:gd name="connsiteX5" fmla="*/ 1047053 w 4092701"/>
                <a:gd name="connsiteY5" fmla="*/ 1075196 h 3877901"/>
                <a:gd name="connsiteX6" fmla="*/ 735585 w 4092701"/>
                <a:gd name="connsiteY6" fmla="*/ 1115098 h 3877901"/>
                <a:gd name="connsiteX7" fmla="*/ 54696 w 4092701"/>
                <a:gd name="connsiteY7" fmla="*/ 1641911 h 3877901"/>
                <a:gd name="connsiteX8" fmla="*/ 35361 w 4092701"/>
                <a:gd name="connsiteY8" fmla="*/ 2090955 h 3877901"/>
                <a:gd name="connsiteX9" fmla="*/ 346271 w 4092701"/>
                <a:gd name="connsiteY9" fmla="*/ 2587111 h 3877901"/>
                <a:gd name="connsiteX10" fmla="*/ 972599 w 4092701"/>
                <a:gd name="connsiteY10" fmla="*/ 2852401 h 3877901"/>
                <a:gd name="connsiteX11" fmla="*/ 1060734 w 4092701"/>
                <a:gd name="connsiteY11" fmla="*/ 2857309 h 3877901"/>
                <a:gd name="connsiteX12" fmla="*/ 1061036 w 4092701"/>
                <a:gd name="connsiteY12" fmla="*/ 2858254 h 3877901"/>
                <a:gd name="connsiteX13" fmla="*/ 1328685 w 4092701"/>
                <a:gd name="connsiteY13" fmla="*/ 3409006 h 3877901"/>
                <a:gd name="connsiteX14" fmla="*/ 1711352 w 4092701"/>
                <a:gd name="connsiteY14" fmla="*/ 3678600 h 3877901"/>
                <a:gd name="connsiteX15" fmla="*/ 2120003 w 4092701"/>
                <a:gd name="connsiteY15" fmla="*/ 3875953 h 3877901"/>
                <a:gd name="connsiteX16" fmla="*/ 2842544 w 4092701"/>
                <a:gd name="connsiteY16" fmla="*/ 3548072 h 3877901"/>
                <a:gd name="connsiteX17" fmla="*/ 3180945 w 4092701"/>
                <a:gd name="connsiteY17" fmla="*/ 2919966 h 3877901"/>
                <a:gd name="connsiteX18" fmla="*/ 3277252 w 4092701"/>
                <a:gd name="connsiteY18" fmla="*/ 2904353 h 3877901"/>
                <a:gd name="connsiteX19" fmla="*/ 3658328 w 4092701"/>
                <a:gd name="connsiteY19" fmla="*/ 2755071 h 3877901"/>
                <a:gd name="connsiteX20" fmla="*/ 4092611 w 4092701"/>
                <a:gd name="connsiteY20" fmla="*/ 2078252 h 3877901"/>
                <a:gd name="connsiteX21" fmla="*/ 3792506 w 4092701"/>
                <a:gd name="connsiteY21" fmla="*/ 1412528 h 3877901"/>
                <a:gd name="connsiteX22" fmla="*/ 3629571 w 4092701"/>
                <a:gd name="connsiteY22" fmla="*/ 1283308 h 3877901"/>
                <a:gd name="connsiteX23" fmla="*/ 3166614 w 4092701"/>
                <a:gd name="connsiteY23" fmla="*/ 1179736 h 3877901"/>
                <a:gd name="connsiteX24" fmla="*/ 3055694 w 4092701"/>
                <a:gd name="connsiteY24" fmla="*/ 1168662 h 3877901"/>
                <a:gd name="connsiteX25" fmla="*/ 3058692 w 4092701"/>
                <a:gd name="connsiteY25" fmla="*/ 1141968 h 3877901"/>
                <a:gd name="connsiteX26" fmla="*/ 2766154 w 4092701"/>
                <a:gd name="connsiteY26" fmla="*/ 381813 h 3877901"/>
                <a:gd name="connsiteX0" fmla="*/ 2766154 w 4092701"/>
                <a:gd name="connsiteY0" fmla="*/ 381813 h 3881449"/>
                <a:gd name="connsiteX1" fmla="*/ 1987341 w 4092701"/>
                <a:gd name="connsiteY1" fmla="*/ 1833 h 3881449"/>
                <a:gd name="connsiteX2" fmla="*/ 1222171 w 4092701"/>
                <a:gd name="connsiteY2" fmla="*/ 537347 h 3881449"/>
                <a:gd name="connsiteX3" fmla="*/ 1110171 w 4092701"/>
                <a:gd name="connsiteY3" fmla="*/ 1041458 h 3881449"/>
                <a:gd name="connsiteX4" fmla="*/ 1106484 w 4092701"/>
                <a:gd name="connsiteY4" fmla="*/ 1074808 h 3881449"/>
                <a:gd name="connsiteX5" fmla="*/ 1047053 w 4092701"/>
                <a:gd name="connsiteY5" fmla="*/ 1075196 h 3881449"/>
                <a:gd name="connsiteX6" fmla="*/ 735585 w 4092701"/>
                <a:gd name="connsiteY6" fmla="*/ 1115098 h 3881449"/>
                <a:gd name="connsiteX7" fmla="*/ 54696 w 4092701"/>
                <a:gd name="connsiteY7" fmla="*/ 1641911 h 3881449"/>
                <a:gd name="connsiteX8" fmla="*/ 35361 w 4092701"/>
                <a:gd name="connsiteY8" fmla="*/ 2090955 h 3881449"/>
                <a:gd name="connsiteX9" fmla="*/ 346271 w 4092701"/>
                <a:gd name="connsiteY9" fmla="*/ 2587111 h 3881449"/>
                <a:gd name="connsiteX10" fmla="*/ 972599 w 4092701"/>
                <a:gd name="connsiteY10" fmla="*/ 2852401 h 3881449"/>
                <a:gd name="connsiteX11" fmla="*/ 1060734 w 4092701"/>
                <a:gd name="connsiteY11" fmla="*/ 2857309 h 3881449"/>
                <a:gd name="connsiteX12" fmla="*/ 1061036 w 4092701"/>
                <a:gd name="connsiteY12" fmla="*/ 2858254 h 3881449"/>
                <a:gd name="connsiteX13" fmla="*/ 1328685 w 4092701"/>
                <a:gd name="connsiteY13" fmla="*/ 3409006 h 3881449"/>
                <a:gd name="connsiteX14" fmla="*/ 1663245 w 4092701"/>
                <a:gd name="connsiteY14" fmla="*/ 3739779 h 3881449"/>
                <a:gd name="connsiteX15" fmla="*/ 2120003 w 4092701"/>
                <a:gd name="connsiteY15" fmla="*/ 3875953 h 3881449"/>
                <a:gd name="connsiteX16" fmla="*/ 2842544 w 4092701"/>
                <a:gd name="connsiteY16" fmla="*/ 3548072 h 3881449"/>
                <a:gd name="connsiteX17" fmla="*/ 3180945 w 4092701"/>
                <a:gd name="connsiteY17" fmla="*/ 2919966 h 3881449"/>
                <a:gd name="connsiteX18" fmla="*/ 3277252 w 4092701"/>
                <a:gd name="connsiteY18" fmla="*/ 2904353 h 3881449"/>
                <a:gd name="connsiteX19" fmla="*/ 3658328 w 4092701"/>
                <a:gd name="connsiteY19" fmla="*/ 2755071 h 3881449"/>
                <a:gd name="connsiteX20" fmla="*/ 4092611 w 4092701"/>
                <a:gd name="connsiteY20" fmla="*/ 2078252 h 3881449"/>
                <a:gd name="connsiteX21" fmla="*/ 3792506 w 4092701"/>
                <a:gd name="connsiteY21" fmla="*/ 1412528 h 3881449"/>
                <a:gd name="connsiteX22" fmla="*/ 3629571 w 4092701"/>
                <a:gd name="connsiteY22" fmla="*/ 1283308 h 3881449"/>
                <a:gd name="connsiteX23" fmla="*/ 3166614 w 4092701"/>
                <a:gd name="connsiteY23" fmla="*/ 1179736 h 3881449"/>
                <a:gd name="connsiteX24" fmla="*/ 3055694 w 4092701"/>
                <a:gd name="connsiteY24" fmla="*/ 1168662 h 3881449"/>
                <a:gd name="connsiteX25" fmla="*/ 3058692 w 4092701"/>
                <a:gd name="connsiteY25" fmla="*/ 1141968 h 3881449"/>
                <a:gd name="connsiteX26" fmla="*/ 2766154 w 4092701"/>
                <a:gd name="connsiteY26" fmla="*/ 381813 h 3881449"/>
                <a:gd name="connsiteX0" fmla="*/ 2766154 w 4092701"/>
                <a:gd name="connsiteY0" fmla="*/ 381813 h 3881449"/>
                <a:gd name="connsiteX1" fmla="*/ 1987341 w 4092701"/>
                <a:gd name="connsiteY1" fmla="*/ 1833 h 3881449"/>
                <a:gd name="connsiteX2" fmla="*/ 1222171 w 4092701"/>
                <a:gd name="connsiteY2" fmla="*/ 537347 h 3881449"/>
                <a:gd name="connsiteX3" fmla="*/ 1106484 w 4092701"/>
                <a:gd name="connsiteY3" fmla="*/ 1074808 h 3881449"/>
                <a:gd name="connsiteX4" fmla="*/ 1047053 w 4092701"/>
                <a:gd name="connsiteY4" fmla="*/ 1075196 h 3881449"/>
                <a:gd name="connsiteX5" fmla="*/ 735585 w 4092701"/>
                <a:gd name="connsiteY5" fmla="*/ 1115098 h 3881449"/>
                <a:gd name="connsiteX6" fmla="*/ 54696 w 4092701"/>
                <a:gd name="connsiteY6" fmla="*/ 1641911 h 3881449"/>
                <a:gd name="connsiteX7" fmla="*/ 35361 w 4092701"/>
                <a:gd name="connsiteY7" fmla="*/ 2090955 h 3881449"/>
                <a:gd name="connsiteX8" fmla="*/ 346271 w 4092701"/>
                <a:gd name="connsiteY8" fmla="*/ 2587111 h 3881449"/>
                <a:gd name="connsiteX9" fmla="*/ 972599 w 4092701"/>
                <a:gd name="connsiteY9" fmla="*/ 2852401 h 3881449"/>
                <a:gd name="connsiteX10" fmla="*/ 1060734 w 4092701"/>
                <a:gd name="connsiteY10" fmla="*/ 2857309 h 3881449"/>
                <a:gd name="connsiteX11" fmla="*/ 1061036 w 4092701"/>
                <a:gd name="connsiteY11" fmla="*/ 2858254 h 3881449"/>
                <a:gd name="connsiteX12" fmla="*/ 1328685 w 4092701"/>
                <a:gd name="connsiteY12" fmla="*/ 3409006 h 3881449"/>
                <a:gd name="connsiteX13" fmla="*/ 1663245 w 4092701"/>
                <a:gd name="connsiteY13" fmla="*/ 3739779 h 3881449"/>
                <a:gd name="connsiteX14" fmla="*/ 2120003 w 4092701"/>
                <a:gd name="connsiteY14" fmla="*/ 3875953 h 3881449"/>
                <a:gd name="connsiteX15" fmla="*/ 2842544 w 4092701"/>
                <a:gd name="connsiteY15" fmla="*/ 3548072 h 3881449"/>
                <a:gd name="connsiteX16" fmla="*/ 3180945 w 4092701"/>
                <a:gd name="connsiteY16" fmla="*/ 2919966 h 3881449"/>
                <a:gd name="connsiteX17" fmla="*/ 3277252 w 4092701"/>
                <a:gd name="connsiteY17" fmla="*/ 2904353 h 3881449"/>
                <a:gd name="connsiteX18" fmla="*/ 3658328 w 4092701"/>
                <a:gd name="connsiteY18" fmla="*/ 2755071 h 3881449"/>
                <a:gd name="connsiteX19" fmla="*/ 4092611 w 4092701"/>
                <a:gd name="connsiteY19" fmla="*/ 2078252 h 3881449"/>
                <a:gd name="connsiteX20" fmla="*/ 3792506 w 4092701"/>
                <a:gd name="connsiteY20" fmla="*/ 1412528 h 3881449"/>
                <a:gd name="connsiteX21" fmla="*/ 3629571 w 4092701"/>
                <a:gd name="connsiteY21" fmla="*/ 1283308 h 3881449"/>
                <a:gd name="connsiteX22" fmla="*/ 3166614 w 4092701"/>
                <a:gd name="connsiteY22" fmla="*/ 1179736 h 3881449"/>
                <a:gd name="connsiteX23" fmla="*/ 3055694 w 4092701"/>
                <a:gd name="connsiteY23" fmla="*/ 1168662 h 3881449"/>
                <a:gd name="connsiteX24" fmla="*/ 3058692 w 4092701"/>
                <a:gd name="connsiteY24" fmla="*/ 1141968 h 3881449"/>
                <a:gd name="connsiteX25" fmla="*/ 2766154 w 4092701"/>
                <a:gd name="connsiteY25" fmla="*/ 381813 h 3881449"/>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3058692 w 4092701"/>
                <a:gd name="connsiteY24" fmla="*/ 1140299 h 3879780"/>
                <a:gd name="connsiteX25" fmla="*/ 2766154 w 4092701"/>
                <a:gd name="connsiteY25"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563520 w 4092701"/>
                <a:gd name="connsiteY21" fmla="*/ 1251629 h 3879780"/>
                <a:gd name="connsiteX22" fmla="*/ 2961827 w 4092701"/>
                <a:gd name="connsiteY22" fmla="*/ 1123634 h 3879780"/>
                <a:gd name="connsiteX23" fmla="*/ 2766154 w 4092701"/>
                <a:gd name="connsiteY23" fmla="*/ 380144 h 3879780"/>
                <a:gd name="connsiteX0" fmla="*/ 2766154 w 4098239"/>
                <a:gd name="connsiteY0" fmla="*/ 380144 h 3879780"/>
                <a:gd name="connsiteX1" fmla="*/ 1987341 w 4098239"/>
                <a:gd name="connsiteY1" fmla="*/ 164 h 3879780"/>
                <a:gd name="connsiteX2" fmla="*/ 1287264 w 4098239"/>
                <a:gd name="connsiteY2" fmla="*/ 423666 h 3879780"/>
                <a:gd name="connsiteX3" fmla="*/ 1106484 w 4098239"/>
                <a:gd name="connsiteY3" fmla="*/ 1073139 h 3879780"/>
                <a:gd name="connsiteX4" fmla="*/ 1047053 w 4098239"/>
                <a:gd name="connsiteY4" fmla="*/ 1073527 h 3879780"/>
                <a:gd name="connsiteX5" fmla="*/ 735585 w 4098239"/>
                <a:gd name="connsiteY5" fmla="*/ 1113429 h 3879780"/>
                <a:gd name="connsiteX6" fmla="*/ 54696 w 4098239"/>
                <a:gd name="connsiteY6" fmla="*/ 1640242 h 3879780"/>
                <a:gd name="connsiteX7" fmla="*/ 35361 w 4098239"/>
                <a:gd name="connsiteY7" fmla="*/ 2089286 h 3879780"/>
                <a:gd name="connsiteX8" fmla="*/ 346271 w 4098239"/>
                <a:gd name="connsiteY8" fmla="*/ 2585442 h 3879780"/>
                <a:gd name="connsiteX9" fmla="*/ 972599 w 4098239"/>
                <a:gd name="connsiteY9" fmla="*/ 2850732 h 3879780"/>
                <a:gd name="connsiteX10" fmla="*/ 1060734 w 4098239"/>
                <a:gd name="connsiteY10" fmla="*/ 2855640 h 3879780"/>
                <a:gd name="connsiteX11" fmla="*/ 1061036 w 4098239"/>
                <a:gd name="connsiteY11" fmla="*/ 2856585 h 3879780"/>
                <a:gd name="connsiteX12" fmla="*/ 1328685 w 4098239"/>
                <a:gd name="connsiteY12" fmla="*/ 3407337 h 3879780"/>
                <a:gd name="connsiteX13" fmla="*/ 1663245 w 4098239"/>
                <a:gd name="connsiteY13" fmla="*/ 3738110 h 3879780"/>
                <a:gd name="connsiteX14" fmla="*/ 2120003 w 4098239"/>
                <a:gd name="connsiteY14" fmla="*/ 3874284 h 3879780"/>
                <a:gd name="connsiteX15" fmla="*/ 2842544 w 4098239"/>
                <a:gd name="connsiteY15" fmla="*/ 3546403 h 3879780"/>
                <a:gd name="connsiteX16" fmla="*/ 3180945 w 4098239"/>
                <a:gd name="connsiteY16" fmla="*/ 2918297 h 3879780"/>
                <a:gd name="connsiteX17" fmla="*/ 3277252 w 4098239"/>
                <a:gd name="connsiteY17" fmla="*/ 2902684 h 3879780"/>
                <a:gd name="connsiteX18" fmla="*/ 3658328 w 4098239"/>
                <a:gd name="connsiteY18" fmla="*/ 2753402 h 3879780"/>
                <a:gd name="connsiteX19" fmla="*/ 4092611 w 4098239"/>
                <a:gd name="connsiteY19" fmla="*/ 2076583 h 3879780"/>
                <a:gd name="connsiteX20" fmla="*/ 3883204 w 4098239"/>
                <a:gd name="connsiteY20" fmla="*/ 1498198 h 3879780"/>
                <a:gd name="connsiteX21" fmla="*/ 3563520 w 4098239"/>
                <a:gd name="connsiteY21" fmla="*/ 1251629 h 3879780"/>
                <a:gd name="connsiteX22" fmla="*/ 2961827 w 4098239"/>
                <a:gd name="connsiteY22" fmla="*/ 1123634 h 3879780"/>
                <a:gd name="connsiteX23" fmla="*/ 2766154 w 4098239"/>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180945 w 4098240"/>
                <a:gd name="connsiteY16" fmla="*/ 2918297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735585 w 4098240"/>
                <a:gd name="connsiteY4" fmla="*/ 1113429 h 3879780"/>
                <a:gd name="connsiteX5" fmla="*/ 54696 w 4098240"/>
                <a:gd name="connsiteY5" fmla="*/ 1640242 h 3879780"/>
                <a:gd name="connsiteX6" fmla="*/ 35361 w 4098240"/>
                <a:gd name="connsiteY6" fmla="*/ 2089286 h 3879780"/>
                <a:gd name="connsiteX7" fmla="*/ 346271 w 4098240"/>
                <a:gd name="connsiteY7" fmla="*/ 2585442 h 3879780"/>
                <a:gd name="connsiteX8" fmla="*/ 972599 w 4098240"/>
                <a:gd name="connsiteY8" fmla="*/ 2850732 h 3879780"/>
                <a:gd name="connsiteX9" fmla="*/ 1060734 w 4098240"/>
                <a:gd name="connsiteY9" fmla="*/ 2855640 h 3879780"/>
                <a:gd name="connsiteX10" fmla="*/ 1061036 w 4098240"/>
                <a:gd name="connsiteY10" fmla="*/ 2856585 h 3879780"/>
                <a:gd name="connsiteX11" fmla="*/ 1328685 w 4098240"/>
                <a:gd name="connsiteY11" fmla="*/ 3407337 h 3879780"/>
                <a:gd name="connsiteX12" fmla="*/ 1663245 w 4098240"/>
                <a:gd name="connsiteY12" fmla="*/ 3738110 h 3879780"/>
                <a:gd name="connsiteX13" fmla="*/ 2120003 w 4098240"/>
                <a:gd name="connsiteY13" fmla="*/ 3874284 h 3879780"/>
                <a:gd name="connsiteX14" fmla="*/ 2842544 w 4098240"/>
                <a:gd name="connsiteY14" fmla="*/ 3546403 h 3879780"/>
                <a:gd name="connsiteX15" fmla="*/ 3094714 w 4098240"/>
                <a:gd name="connsiteY15" fmla="*/ 2881564 h 3879780"/>
                <a:gd name="connsiteX16" fmla="*/ 3277252 w 4098240"/>
                <a:gd name="connsiteY16" fmla="*/ 2902684 h 3879780"/>
                <a:gd name="connsiteX17" fmla="*/ 3658328 w 4098240"/>
                <a:gd name="connsiteY17" fmla="*/ 2753402 h 3879780"/>
                <a:gd name="connsiteX18" fmla="*/ 4092611 w 4098240"/>
                <a:gd name="connsiteY18" fmla="*/ 2076583 h 3879780"/>
                <a:gd name="connsiteX19" fmla="*/ 3883204 w 4098240"/>
                <a:gd name="connsiteY19" fmla="*/ 1498198 h 3879780"/>
                <a:gd name="connsiteX20" fmla="*/ 3563292 w 4098240"/>
                <a:gd name="connsiteY20" fmla="*/ 1217814 h 3879780"/>
                <a:gd name="connsiteX21" fmla="*/ 2961827 w 4098240"/>
                <a:gd name="connsiteY21" fmla="*/ 1123634 h 3879780"/>
                <a:gd name="connsiteX22" fmla="*/ 2766154 w 4098240"/>
                <a:gd name="connsiteY22" fmla="*/ 380144 h 3879780"/>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3499"/>
                <a:gd name="connsiteY0" fmla="*/ 380144 h 3891029"/>
                <a:gd name="connsiteX1" fmla="*/ 1987341 w 4093499"/>
                <a:gd name="connsiteY1" fmla="*/ 164 h 3891029"/>
                <a:gd name="connsiteX2" fmla="*/ 1287264 w 4093499"/>
                <a:gd name="connsiteY2" fmla="*/ 423666 h 3891029"/>
                <a:gd name="connsiteX3" fmla="*/ 1106484 w 4093499"/>
                <a:gd name="connsiteY3" fmla="*/ 1073139 h 3891029"/>
                <a:gd name="connsiteX4" fmla="*/ 735585 w 4093499"/>
                <a:gd name="connsiteY4" fmla="*/ 1113429 h 3891029"/>
                <a:gd name="connsiteX5" fmla="*/ 54696 w 4093499"/>
                <a:gd name="connsiteY5" fmla="*/ 1640242 h 3891029"/>
                <a:gd name="connsiteX6" fmla="*/ 35361 w 4093499"/>
                <a:gd name="connsiteY6" fmla="*/ 2089286 h 3891029"/>
                <a:gd name="connsiteX7" fmla="*/ 346271 w 4093499"/>
                <a:gd name="connsiteY7" fmla="*/ 2585442 h 3891029"/>
                <a:gd name="connsiteX8" fmla="*/ 972599 w 4093499"/>
                <a:gd name="connsiteY8" fmla="*/ 2850732 h 3891029"/>
                <a:gd name="connsiteX9" fmla="*/ 1060734 w 4093499"/>
                <a:gd name="connsiteY9" fmla="*/ 2855640 h 3891029"/>
                <a:gd name="connsiteX10" fmla="*/ 1061036 w 4093499"/>
                <a:gd name="connsiteY10" fmla="*/ 2856585 h 3891029"/>
                <a:gd name="connsiteX11" fmla="*/ 1663245 w 4093499"/>
                <a:gd name="connsiteY11" fmla="*/ 3738110 h 3891029"/>
                <a:gd name="connsiteX12" fmla="*/ 2120003 w 4093499"/>
                <a:gd name="connsiteY12" fmla="*/ 3874284 h 3891029"/>
                <a:gd name="connsiteX13" fmla="*/ 2842544 w 4093499"/>
                <a:gd name="connsiteY13" fmla="*/ 3546403 h 3891029"/>
                <a:gd name="connsiteX14" fmla="*/ 3094714 w 4093499"/>
                <a:gd name="connsiteY14" fmla="*/ 2881564 h 3891029"/>
                <a:gd name="connsiteX15" fmla="*/ 3277252 w 4093499"/>
                <a:gd name="connsiteY15" fmla="*/ 2902684 h 3891029"/>
                <a:gd name="connsiteX16" fmla="*/ 3658328 w 4093499"/>
                <a:gd name="connsiteY16" fmla="*/ 2753402 h 3891029"/>
                <a:gd name="connsiteX17" fmla="*/ 4092611 w 4093499"/>
                <a:gd name="connsiteY17" fmla="*/ 2076583 h 3891029"/>
                <a:gd name="connsiteX18" fmla="*/ 3563292 w 4093499"/>
                <a:gd name="connsiteY18" fmla="*/ 1217814 h 3891029"/>
                <a:gd name="connsiteX19" fmla="*/ 2961827 w 4093499"/>
                <a:gd name="connsiteY19" fmla="*/ 1123634 h 3891029"/>
                <a:gd name="connsiteX20" fmla="*/ 2766154 w 4093499"/>
                <a:gd name="connsiteY20" fmla="*/ 380144 h 3891029"/>
                <a:gd name="connsiteX0" fmla="*/ 2766154 w 4082825"/>
                <a:gd name="connsiteY0" fmla="*/ 380144 h 3891029"/>
                <a:gd name="connsiteX1" fmla="*/ 1987341 w 4082825"/>
                <a:gd name="connsiteY1" fmla="*/ 164 h 3891029"/>
                <a:gd name="connsiteX2" fmla="*/ 1287264 w 4082825"/>
                <a:gd name="connsiteY2" fmla="*/ 423666 h 3891029"/>
                <a:gd name="connsiteX3" fmla="*/ 1106484 w 4082825"/>
                <a:gd name="connsiteY3" fmla="*/ 1073139 h 3891029"/>
                <a:gd name="connsiteX4" fmla="*/ 735585 w 4082825"/>
                <a:gd name="connsiteY4" fmla="*/ 1113429 h 3891029"/>
                <a:gd name="connsiteX5" fmla="*/ 54696 w 4082825"/>
                <a:gd name="connsiteY5" fmla="*/ 1640242 h 3891029"/>
                <a:gd name="connsiteX6" fmla="*/ 35361 w 4082825"/>
                <a:gd name="connsiteY6" fmla="*/ 2089286 h 3891029"/>
                <a:gd name="connsiteX7" fmla="*/ 346271 w 4082825"/>
                <a:gd name="connsiteY7" fmla="*/ 2585442 h 3891029"/>
                <a:gd name="connsiteX8" fmla="*/ 972599 w 4082825"/>
                <a:gd name="connsiteY8" fmla="*/ 2850732 h 3891029"/>
                <a:gd name="connsiteX9" fmla="*/ 1060734 w 4082825"/>
                <a:gd name="connsiteY9" fmla="*/ 2855640 h 3891029"/>
                <a:gd name="connsiteX10" fmla="*/ 1061036 w 4082825"/>
                <a:gd name="connsiteY10" fmla="*/ 2856585 h 3891029"/>
                <a:gd name="connsiteX11" fmla="*/ 1663245 w 4082825"/>
                <a:gd name="connsiteY11" fmla="*/ 3738110 h 3891029"/>
                <a:gd name="connsiteX12" fmla="*/ 2120003 w 4082825"/>
                <a:gd name="connsiteY12" fmla="*/ 3874284 h 3891029"/>
                <a:gd name="connsiteX13" fmla="*/ 2842544 w 4082825"/>
                <a:gd name="connsiteY13" fmla="*/ 3546403 h 3891029"/>
                <a:gd name="connsiteX14" fmla="*/ 3094714 w 4082825"/>
                <a:gd name="connsiteY14" fmla="*/ 2881564 h 3891029"/>
                <a:gd name="connsiteX15" fmla="*/ 3277252 w 4082825"/>
                <a:gd name="connsiteY15" fmla="*/ 2902684 h 3891029"/>
                <a:gd name="connsiteX16" fmla="*/ 3658328 w 4082825"/>
                <a:gd name="connsiteY16" fmla="*/ 2753402 h 3891029"/>
                <a:gd name="connsiteX17" fmla="*/ 4082234 w 4082825"/>
                <a:gd name="connsiteY17" fmla="*/ 1931490 h 3891029"/>
                <a:gd name="connsiteX18" fmla="*/ 3563292 w 4082825"/>
                <a:gd name="connsiteY18" fmla="*/ 1217814 h 3891029"/>
                <a:gd name="connsiteX19" fmla="*/ 2961827 w 4082825"/>
                <a:gd name="connsiteY19" fmla="*/ 1123634 h 3891029"/>
                <a:gd name="connsiteX20" fmla="*/ 2766154 w 4082825"/>
                <a:gd name="connsiteY20" fmla="*/ 380144 h 3891029"/>
                <a:gd name="connsiteX0" fmla="*/ 2766154 w 4084560"/>
                <a:gd name="connsiteY0" fmla="*/ 380144 h 3891029"/>
                <a:gd name="connsiteX1" fmla="*/ 1987341 w 4084560"/>
                <a:gd name="connsiteY1" fmla="*/ 164 h 3891029"/>
                <a:gd name="connsiteX2" fmla="*/ 1287264 w 4084560"/>
                <a:gd name="connsiteY2" fmla="*/ 423666 h 3891029"/>
                <a:gd name="connsiteX3" fmla="*/ 1106484 w 4084560"/>
                <a:gd name="connsiteY3" fmla="*/ 1073139 h 3891029"/>
                <a:gd name="connsiteX4" fmla="*/ 735585 w 4084560"/>
                <a:gd name="connsiteY4" fmla="*/ 1113429 h 3891029"/>
                <a:gd name="connsiteX5" fmla="*/ 54696 w 4084560"/>
                <a:gd name="connsiteY5" fmla="*/ 1640242 h 3891029"/>
                <a:gd name="connsiteX6" fmla="*/ 35361 w 4084560"/>
                <a:gd name="connsiteY6" fmla="*/ 2089286 h 3891029"/>
                <a:gd name="connsiteX7" fmla="*/ 346271 w 4084560"/>
                <a:gd name="connsiteY7" fmla="*/ 2585442 h 3891029"/>
                <a:gd name="connsiteX8" fmla="*/ 972599 w 4084560"/>
                <a:gd name="connsiteY8" fmla="*/ 2850732 h 3891029"/>
                <a:gd name="connsiteX9" fmla="*/ 1060734 w 4084560"/>
                <a:gd name="connsiteY9" fmla="*/ 2855640 h 3891029"/>
                <a:gd name="connsiteX10" fmla="*/ 1061036 w 4084560"/>
                <a:gd name="connsiteY10" fmla="*/ 2856585 h 3891029"/>
                <a:gd name="connsiteX11" fmla="*/ 1663245 w 4084560"/>
                <a:gd name="connsiteY11" fmla="*/ 3738110 h 3891029"/>
                <a:gd name="connsiteX12" fmla="*/ 2120003 w 4084560"/>
                <a:gd name="connsiteY12" fmla="*/ 3874284 h 3891029"/>
                <a:gd name="connsiteX13" fmla="*/ 2842544 w 4084560"/>
                <a:gd name="connsiteY13" fmla="*/ 3546403 h 3891029"/>
                <a:gd name="connsiteX14" fmla="*/ 3094714 w 4084560"/>
                <a:gd name="connsiteY14" fmla="*/ 2881564 h 3891029"/>
                <a:gd name="connsiteX15" fmla="*/ 3277252 w 4084560"/>
                <a:gd name="connsiteY15" fmla="*/ 2902684 h 3891029"/>
                <a:gd name="connsiteX16" fmla="*/ 3734830 w 4084560"/>
                <a:gd name="connsiteY16" fmla="*/ 2744508 h 3891029"/>
                <a:gd name="connsiteX17" fmla="*/ 4082234 w 4084560"/>
                <a:gd name="connsiteY17" fmla="*/ 1931490 h 3891029"/>
                <a:gd name="connsiteX18" fmla="*/ 3563292 w 4084560"/>
                <a:gd name="connsiteY18" fmla="*/ 1217814 h 3891029"/>
                <a:gd name="connsiteX19" fmla="*/ 2961827 w 4084560"/>
                <a:gd name="connsiteY19" fmla="*/ 1123634 h 3891029"/>
                <a:gd name="connsiteX20" fmla="*/ 2766154 w 4084560"/>
                <a:gd name="connsiteY20" fmla="*/ 380144 h 3891029"/>
                <a:gd name="connsiteX0" fmla="*/ 2766154 w 4084429"/>
                <a:gd name="connsiteY0" fmla="*/ 380144 h 3891029"/>
                <a:gd name="connsiteX1" fmla="*/ 1987341 w 4084429"/>
                <a:gd name="connsiteY1" fmla="*/ 164 h 3891029"/>
                <a:gd name="connsiteX2" fmla="*/ 1287264 w 4084429"/>
                <a:gd name="connsiteY2" fmla="*/ 423666 h 3891029"/>
                <a:gd name="connsiteX3" fmla="*/ 1106484 w 4084429"/>
                <a:gd name="connsiteY3" fmla="*/ 1073139 h 3891029"/>
                <a:gd name="connsiteX4" fmla="*/ 735585 w 4084429"/>
                <a:gd name="connsiteY4" fmla="*/ 1113429 h 3891029"/>
                <a:gd name="connsiteX5" fmla="*/ 54696 w 4084429"/>
                <a:gd name="connsiteY5" fmla="*/ 1640242 h 3891029"/>
                <a:gd name="connsiteX6" fmla="*/ 35361 w 4084429"/>
                <a:gd name="connsiteY6" fmla="*/ 2089286 h 3891029"/>
                <a:gd name="connsiteX7" fmla="*/ 346271 w 4084429"/>
                <a:gd name="connsiteY7" fmla="*/ 2585442 h 3891029"/>
                <a:gd name="connsiteX8" fmla="*/ 972599 w 4084429"/>
                <a:gd name="connsiteY8" fmla="*/ 2850732 h 3891029"/>
                <a:gd name="connsiteX9" fmla="*/ 1060734 w 4084429"/>
                <a:gd name="connsiteY9" fmla="*/ 2855640 h 3891029"/>
                <a:gd name="connsiteX10" fmla="*/ 1061036 w 4084429"/>
                <a:gd name="connsiteY10" fmla="*/ 2856585 h 3891029"/>
                <a:gd name="connsiteX11" fmla="*/ 1663245 w 4084429"/>
                <a:gd name="connsiteY11" fmla="*/ 3738110 h 3891029"/>
                <a:gd name="connsiteX12" fmla="*/ 2120003 w 4084429"/>
                <a:gd name="connsiteY12" fmla="*/ 3874284 h 3891029"/>
                <a:gd name="connsiteX13" fmla="*/ 2842544 w 4084429"/>
                <a:gd name="connsiteY13" fmla="*/ 3546403 h 3891029"/>
                <a:gd name="connsiteX14" fmla="*/ 3094714 w 4084429"/>
                <a:gd name="connsiteY14" fmla="*/ 2881564 h 3891029"/>
                <a:gd name="connsiteX15" fmla="*/ 3373766 w 4084429"/>
                <a:gd name="connsiteY15" fmla="*/ 2894533 h 3891029"/>
                <a:gd name="connsiteX16" fmla="*/ 3734830 w 4084429"/>
                <a:gd name="connsiteY16" fmla="*/ 2744508 h 3891029"/>
                <a:gd name="connsiteX17" fmla="*/ 4082234 w 4084429"/>
                <a:gd name="connsiteY17" fmla="*/ 1931490 h 3891029"/>
                <a:gd name="connsiteX18" fmla="*/ 3563292 w 4084429"/>
                <a:gd name="connsiteY18" fmla="*/ 1217814 h 3891029"/>
                <a:gd name="connsiteX19" fmla="*/ 2961827 w 4084429"/>
                <a:gd name="connsiteY19" fmla="*/ 1123634 h 3891029"/>
                <a:gd name="connsiteX20" fmla="*/ 2766154 w 4084429"/>
                <a:gd name="connsiteY20" fmla="*/ 380144 h 3891029"/>
                <a:gd name="connsiteX0" fmla="*/ 2766154 w 4087428"/>
                <a:gd name="connsiteY0" fmla="*/ 380144 h 3891029"/>
                <a:gd name="connsiteX1" fmla="*/ 1987341 w 4087428"/>
                <a:gd name="connsiteY1" fmla="*/ 164 h 3891029"/>
                <a:gd name="connsiteX2" fmla="*/ 1287264 w 4087428"/>
                <a:gd name="connsiteY2" fmla="*/ 423666 h 3891029"/>
                <a:gd name="connsiteX3" fmla="*/ 1106484 w 4087428"/>
                <a:gd name="connsiteY3" fmla="*/ 1073139 h 3891029"/>
                <a:gd name="connsiteX4" fmla="*/ 735585 w 4087428"/>
                <a:gd name="connsiteY4" fmla="*/ 1113429 h 3891029"/>
                <a:gd name="connsiteX5" fmla="*/ 54696 w 4087428"/>
                <a:gd name="connsiteY5" fmla="*/ 1640242 h 3891029"/>
                <a:gd name="connsiteX6" fmla="*/ 35361 w 4087428"/>
                <a:gd name="connsiteY6" fmla="*/ 2089286 h 3891029"/>
                <a:gd name="connsiteX7" fmla="*/ 346271 w 4087428"/>
                <a:gd name="connsiteY7" fmla="*/ 2585442 h 3891029"/>
                <a:gd name="connsiteX8" fmla="*/ 972599 w 4087428"/>
                <a:gd name="connsiteY8" fmla="*/ 2850732 h 3891029"/>
                <a:gd name="connsiteX9" fmla="*/ 1060734 w 4087428"/>
                <a:gd name="connsiteY9" fmla="*/ 2855640 h 3891029"/>
                <a:gd name="connsiteX10" fmla="*/ 1061036 w 4087428"/>
                <a:gd name="connsiteY10" fmla="*/ 2856585 h 3891029"/>
                <a:gd name="connsiteX11" fmla="*/ 1663245 w 4087428"/>
                <a:gd name="connsiteY11" fmla="*/ 3738110 h 3891029"/>
                <a:gd name="connsiteX12" fmla="*/ 2120003 w 4087428"/>
                <a:gd name="connsiteY12" fmla="*/ 3874284 h 3891029"/>
                <a:gd name="connsiteX13" fmla="*/ 2842544 w 4087428"/>
                <a:gd name="connsiteY13" fmla="*/ 3546403 h 3891029"/>
                <a:gd name="connsiteX14" fmla="*/ 3094714 w 4087428"/>
                <a:gd name="connsiteY14" fmla="*/ 2881564 h 3891029"/>
                <a:gd name="connsiteX15" fmla="*/ 3373766 w 4087428"/>
                <a:gd name="connsiteY15" fmla="*/ 2894533 h 3891029"/>
                <a:gd name="connsiteX16" fmla="*/ 3803479 w 4087428"/>
                <a:gd name="connsiteY16" fmla="*/ 2731413 h 3891029"/>
                <a:gd name="connsiteX17" fmla="*/ 4082234 w 4087428"/>
                <a:gd name="connsiteY17" fmla="*/ 1931490 h 3891029"/>
                <a:gd name="connsiteX18" fmla="*/ 3563292 w 4087428"/>
                <a:gd name="connsiteY18" fmla="*/ 1217814 h 3891029"/>
                <a:gd name="connsiteX19" fmla="*/ 2961827 w 4087428"/>
                <a:gd name="connsiteY19" fmla="*/ 1123634 h 3891029"/>
                <a:gd name="connsiteX20" fmla="*/ 2766154 w 4087428"/>
                <a:gd name="connsiteY20" fmla="*/ 380144 h 3891029"/>
                <a:gd name="connsiteX0" fmla="*/ 2766154 w 4088969"/>
                <a:gd name="connsiteY0" fmla="*/ 380144 h 3891029"/>
                <a:gd name="connsiteX1" fmla="*/ 1987341 w 4088969"/>
                <a:gd name="connsiteY1" fmla="*/ 164 h 3891029"/>
                <a:gd name="connsiteX2" fmla="*/ 1287264 w 4088969"/>
                <a:gd name="connsiteY2" fmla="*/ 423666 h 3891029"/>
                <a:gd name="connsiteX3" fmla="*/ 1106484 w 4088969"/>
                <a:gd name="connsiteY3" fmla="*/ 1073139 h 3891029"/>
                <a:gd name="connsiteX4" fmla="*/ 735585 w 4088969"/>
                <a:gd name="connsiteY4" fmla="*/ 1113429 h 3891029"/>
                <a:gd name="connsiteX5" fmla="*/ 54696 w 4088969"/>
                <a:gd name="connsiteY5" fmla="*/ 1640242 h 3891029"/>
                <a:gd name="connsiteX6" fmla="*/ 35361 w 4088969"/>
                <a:gd name="connsiteY6" fmla="*/ 2089286 h 3891029"/>
                <a:gd name="connsiteX7" fmla="*/ 346271 w 4088969"/>
                <a:gd name="connsiteY7" fmla="*/ 2585442 h 3891029"/>
                <a:gd name="connsiteX8" fmla="*/ 972599 w 4088969"/>
                <a:gd name="connsiteY8" fmla="*/ 2850732 h 3891029"/>
                <a:gd name="connsiteX9" fmla="*/ 1060734 w 4088969"/>
                <a:gd name="connsiteY9" fmla="*/ 2855640 h 3891029"/>
                <a:gd name="connsiteX10" fmla="*/ 1061036 w 4088969"/>
                <a:gd name="connsiteY10" fmla="*/ 2856585 h 3891029"/>
                <a:gd name="connsiteX11" fmla="*/ 1663245 w 4088969"/>
                <a:gd name="connsiteY11" fmla="*/ 3738110 h 3891029"/>
                <a:gd name="connsiteX12" fmla="*/ 2120003 w 4088969"/>
                <a:gd name="connsiteY12" fmla="*/ 3874284 h 3891029"/>
                <a:gd name="connsiteX13" fmla="*/ 2842544 w 4088969"/>
                <a:gd name="connsiteY13" fmla="*/ 3546403 h 3891029"/>
                <a:gd name="connsiteX14" fmla="*/ 3094714 w 4088969"/>
                <a:gd name="connsiteY14" fmla="*/ 2881564 h 3891029"/>
                <a:gd name="connsiteX15" fmla="*/ 3373766 w 4088969"/>
                <a:gd name="connsiteY15" fmla="*/ 2894533 h 3891029"/>
                <a:gd name="connsiteX16" fmla="*/ 3803479 w 4088969"/>
                <a:gd name="connsiteY16" fmla="*/ 2731413 h 3891029"/>
                <a:gd name="connsiteX17" fmla="*/ 4082234 w 4088969"/>
                <a:gd name="connsiteY17" fmla="*/ 1931490 h 3891029"/>
                <a:gd name="connsiteX18" fmla="*/ 3563292 w 4088969"/>
                <a:gd name="connsiteY18" fmla="*/ 1217814 h 3891029"/>
                <a:gd name="connsiteX19" fmla="*/ 2961827 w 4088969"/>
                <a:gd name="connsiteY19" fmla="*/ 1123634 h 3891029"/>
                <a:gd name="connsiteX20" fmla="*/ 2766154 w 4088969"/>
                <a:gd name="connsiteY20" fmla="*/ 380144 h 3891029"/>
                <a:gd name="connsiteX0" fmla="*/ 2766154 w 4088969"/>
                <a:gd name="connsiteY0" fmla="*/ 379982 h 3890867"/>
                <a:gd name="connsiteX1" fmla="*/ 1987341 w 4088969"/>
                <a:gd name="connsiteY1" fmla="*/ 2 h 3890867"/>
                <a:gd name="connsiteX2" fmla="*/ 1287264 w 4088969"/>
                <a:gd name="connsiteY2" fmla="*/ 423504 h 3890867"/>
                <a:gd name="connsiteX3" fmla="*/ 1106484 w 4088969"/>
                <a:gd name="connsiteY3" fmla="*/ 1072977 h 3890867"/>
                <a:gd name="connsiteX4" fmla="*/ 735585 w 4088969"/>
                <a:gd name="connsiteY4" fmla="*/ 1113267 h 3890867"/>
                <a:gd name="connsiteX5" fmla="*/ 54696 w 4088969"/>
                <a:gd name="connsiteY5" fmla="*/ 1640080 h 3890867"/>
                <a:gd name="connsiteX6" fmla="*/ 35361 w 4088969"/>
                <a:gd name="connsiteY6" fmla="*/ 2089124 h 3890867"/>
                <a:gd name="connsiteX7" fmla="*/ 346271 w 4088969"/>
                <a:gd name="connsiteY7" fmla="*/ 2585280 h 3890867"/>
                <a:gd name="connsiteX8" fmla="*/ 972599 w 4088969"/>
                <a:gd name="connsiteY8" fmla="*/ 2850570 h 3890867"/>
                <a:gd name="connsiteX9" fmla="*/ 1060734 w 4088969"/>
                <a:gd name="connsiteY9" fmla="*/ 2855478 h 3890867"/>
                <a:gd name="connsiteX10" fmla="*/ 1061036 w 4088969"/>
                <a:gd name="connsiteY10" fmla="*/ 2856423 h 3890867"/>
                <a:gd name="connsiteX11" fmla="*/ 1663245 w 4088969"/>
                <a:gd name="connsiteY11" fmla="*/ 3737948 h 3890867"/>
                <a:gd name="connsiteX12" fmla="*/ 2120003 w 4088969"/>
                <a:gd name="connsiteY12" fmla="*/ 3874122 h 3890867"/>
                <a:gd name="connsiteX13" fmla="*/ 2842544 w 4088969"/>
                <a:gd name="connsiteY13" fmla="*/ 3546241 h 3890867"/>
                <a:gd name="connsiteX14" fmla="*/ 3094714 w 4088969"/>
                <a:gd name="connsiteY14" fmla="*/ 2881402 h 3890867"/>
                <a:gd name="connsiteX15" fmla="*/ 3373766 w 4088969"/>
                <a:gd name="connsiteY15" fmla="*/ 2894371 h 3890867"/>
                <a:gd name="connsiteX16" fmla="*/ 3803479 w 4088969"/>
                <a:gd name="connsiteY16" fmla="*/ 2731251 h 3890867"/>
                <a:gd name="connsiteX17" fmla="*/ 4082234 w 4088969"/>
                <a:gd name="connsiteY17" fmla="*/ 1931328 h 3890867"/>
                <a:gd name="connsiteX18" fmla="*/ 3563292 w 4088969"/>
                <a:gd name="connsiteY18" fmla="*/ 1217652 h 3890867"/>
                <a:gd name="connsiteX19" fmla="*/ 2961827 w 4088969"/>
                <a:gd name="connsiteY19" fmla="*/ 1123472 h 3890867"/>
                <a:gd name="connsiteX20" fmla="*/ 2766154 w 4088969"/>
                <a:gd name="connsiteY20" fmla="*/ 379982 h 3890867"/>
                <a:gd name="connsiteX0" fmla="*/ 2766154 w 4088969"/>
                <a:gd name="connsiteY0" fmla="*/ 379982 h 3776692"/>
                <a:gd name="connsiteX1" fmla="*/ 1987341 w 4088969"/>
                <a:gd name="connsiteY1" fmla="*/ 2 h 3776692"/>
                <a:gd name="connsiteX2" fmla="*/ 1287264 w 4088969"/>
                <a:gd name="connsiteY2" fmla="*/ 423504 h 3776692"/>
                <a:gd name="connsiteX3" fmla="*/ 1106484 w 4088969"/>
                <a:gd name="connsiteY3" fmla="*/ 1072977 h 3776692"/>
                <a:gd name="connsiteX4" fmla="*/ 735585 w 4088969"/>
                <a:gd name="connsiteY4" fmla="*/ 1113267 h 3776692"/>
                <a:gd name="connsiteX5" fmla="*/ 54696 w 4088969"/>
                <a:gd name="connsiteY5" fmla="*/ 1640080 h 3776692"/>
                <a:gd name="connsiteX6" fmla="*/ 35361 w 4088969"/>
                <a:gd name="connsiteY6" fmla="*/ 2089124 h 3776692"/>
                <a:gd name="connsiteX7" fmla="*/ 346271 w 4088969"/>
                <a:gd name="connsiteY7" fmla="*/ 2585280 h 3776692"/>
                <a:gd name="connsiteX8" fmla="*/ 972599 w 4088969"/>
                <a:gd name="connsiteY8" fmla="*/ 2850570 h 3776692"/>
                <a:gd name="connsiteX9" fmla="*/ 1060734 w 4088969"/>
                <a:gd name="connsiteY9" fmla="*/ 2855478 h 3776692"/>
                <a:gd name="connsiteX10" fmla="*/ 1061036 w 4088969"/>
                <a:gd name="connsiteY10" fmla="*/ 2856423 h 3776692"/>
                <a:gd name="connsiteX11" fmla="*/ 1663245 w 4088969"/>
                <a:gd name="connsiteY11" fmla="*/ 3737948 h 3776692"/>
                <a:gd name="connsiteX12" fmla="*/ 2842544 w 4088969"/>
                <a:gd name="connsiteY12" fmla="*/ 3546241 h 3776692"/>
                <a:gd name="connsiteX13" fmla="*/ 3094714 w 4088969"/>
                <a:gd name="connsiteY13" fmla="*/ 2881402 h 3776692"/>
                <a:gd name="connsiteX14" fmla="*/ 3373766 w 4088969"/>
                <a:gd name="connsiteY14" fmla="*/ 2894371 h 3776692"/>
                <a:gd name="connsiteX15" fmla="*/ 3803479 w 4088969"/>
                <a:gd name="connsiteY15" fmla="*/ 2731251 h 3776692"/>
                <a:gd name="connsiteX16" fmla="*/ 4082234 w 4088969"/>
                <a:gd name="connsiteY16" fmla="*/ 1931328 h 3776692"/>
                <a:gd name="connsiteX17" fmla="*/ 3563292 w 4088969"/>
                <a:gd name="connsiteY17" fmla="*/ 1217652 h 3776692"/>
                <a:gd name="connsiteX18" fmla="*/ 2961827 w 4088969"/>
                <a:gd name="connsiteY18" fmla="*/ 1123472 h 3776692"/>
                <a:gd name="connsiteX19" fmla="*/ 2766154 w 4088969"/>
                <a:gd name="connsiteY19" fmla="*/ 379982 h 3776692"/>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061036 w 4088969"/>
                <a:gd name="connsiteY10" fmla="*/ 2856423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88969" h="3878124">
                  <a:moveTo>
                    <a:pt x="2766154" y="379982"/>
                  </a:moveTo>
                  <a:cubicBezTo>
                    <a:pt x="2630548" y="229087"/>
                    <a:pt x="2321724" y="-77"/>
                    <a:pt x="1987341" y="2"/>
                  </a:cubicBezTo>
                  <a:cubicBezTo>
                    <a:pt x="1652958" y="81"/>
                    <a:pt x="1434073" y="244675"/>
                    <a:pt x="1287264" y="423504"/>
                  </a:cubicBezTo>
                  <a:cubicBezTo>
                    <a:pt x="1140455" y="602333"/>
                    <a:pt x="1135670" y="983336"/>
                    <a:pt x="1106484" y="1072977"/>
                  </a:cubicBezTo>
                  <a:lnTo>
                    <a:pt x="735585" y="1113267"/>
                  </a:lnTo>
                  <a:cubicBezTo>
                    <a:pt x="394522" y="1201212"/>
                    <a:pt x="125616" y="1477992"/>
                    <a:pt x="54696" y="1640080"/>
                  </a:cubicBezTo>
                  <a:cubicBezTo>
                    <a:pt x="-16224" y="1802169"/>
                    <a:pt x="-13234" y="1931591"/>
                    <a:pt x="35361" y="2089124"/>
                  </a:cubicBezTo>
                  <a:cubicBezTo>
                    <a:pt x="83957" y="2246658"/>
                    <a:pt x="197998" y="2472233"/>
                    <a:pt x="346271" y="2585280"/>
                  </a:cubicBezTo>
                  <a:cubicBezTo>
                    <a:pt x="494544" y="2698327"/>
                    <a:pt x="679002" y="2830745"/>
                    <a:pt x="972599" y="2850570"/>
                  </a:cubicBezTo>
                  <a:lnTo>
                    <a:pt x="1060734" y="2855478"/>
                  </a:lnTo>
                  <a:cubicBezTo>
                    <a:pt x="1060835" y="2855793"/>
                    <a:pt x="1086384" y="2824822"/>
                    <a:pt x="1119551" y="2897705"/>
                  </a:cubicBezTo>
                  <a:cubicBezTo>
                    <a:pt x="1201291" y="3077324"/>
                    <a:pt x="1173557" y="3529787"/>
                    <a:pt x="1768875" y="3804445"/>
                  </a:cubicBezTo>
                  <a:cubicBezTo>
                    <a:pt x="2065793" y="3919415"/>
                    <a:pt x="2570514" y="3930236"/>
                    <a:pt x="2835955" y="3612481"/>
                  </a:cubicBezTo>
                  <a:cubicBezTo>
                    <a:pt x="3063138" y="3334957"/>
                    <a:pt x="3016048" y="3111307"/>
                    <a:pt x="3094714" y="2881402"/>
                  </a:cubicBezTo>
                  <a:cubicBezTo>
                    <a:pt x="3126816" y="2876198"/>
                    <a:pt x="3255639" y="2919396"/>
                    <a:pt x="3373766" y="2894371"/>
                  </a:cubicBezTo>
                  <a:cubicBezTo>
                    <a:pt x="3491893" y="2869346"/>
                    <a:pt x="3660784" y="2870330"/>
                    <a:pt x="3803479" y="2731251"/>
                  </a:cubicBezTo>
                  <a:cubicBezTo>
                    <a:pt x="3978047" y="2561106"/>
                    <a:pt x="4122265" y="2183594"/>
                    <a:pt x="4082234" y="1931328"/>
                  </a:cubicBezTo>
                  <a:cubicBezTo>
                    <a:pt x="4042203" y="1679062"/>
                    <a:pt x="3790518" y="1307518"/>
                    <a:pt x="3563292" y="1217652"/>
                  </a:cubicBezTo>
                  <a:cubicBezTo>
                    <a:pt x="3409729" y="1155225"/>
                    <a:pt x="3361224" y="1130050"/>
                    <a:pt x="2961827" y="1123472"/>
                  </a:cubicBezTo>
                  <a:cubicBezTo>
                    <a:pt x="3010153" y="770188"/>
                    <a:pt x="2927775" y="532506"/>
                    <a:pt x="2766154" y="379982"/>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2" name="Group 41">
              <a:extLst>
                <a:ext uri="{FF2B5EF4-FFF2-40B4-BE49-F238E27FC236}">
                  <a16:creationId xmlns:a16="http://schemas.microsoft.com/office/drawing/2014/main" id="{1A7FBF4F-8045-37FA-66AE-2A42F8BFD51C}"/>
                </a:ext>
              </a:extLst>
            </p:cNvPr>
            <p:cNvGrpSpPr/>
            <p:nvPr/>
          </p:nvGrpSpPr>
          <p:grpSpPr>
            <a:xfrm rot="20772672">
              <a:off x="7913761" y="5937031"/>
              <a:ext cx="564223" cy="341935"/>
              <a:chOff x="6784866" y="7800837"/>
              <a:chExt cx="564223" cy="341935"/>
            </a:xfrm>
          </p:grpSpPr>
          <p:sp>
            <p:nvSpPr>
              <p:cNvPr id="19" name="Freeform: Shape 25">
                <a:extLst>
                  <a:ext uri="{FF2B5EF4-FFF2-40B4-BE49-F238E27FC236}">
                    <a16:creationId xmlns:a16="http://schemas.microsoft.com/office/drawing/2014/main" id="{5C2D26DD-4B39-3E13-A14D-F6C0BA79EEDD}"/>
                  </a:ext>
                </a:extLst>
              </p:cNvPr>
              <p:cNvSpPr/>
              <p:nvPr/>
            </p:nvSpPr>
            <p:spPr>
              <a:xfrm rot="5636109">
                <a:off x="7202413" y="7781565"/>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6">
                <a:extLst>
                  <a:ext uri="{FF2B5EF4-FFF2-40B4-BE49-F238E27FC236}">
                    <a16:creationId xmlns:a16="http://schemas.microsoft.com/office/drawing/2014/main" id="{41C68EFC-B94B-E5A1-4802-DF487B5F20E3}"/>
                  </a:ext>
                </a:extLst>
              </p:cNvPr>
              <p:cNvSpPr/>
              <p:nvPr/>
            </p:nvSpPr>
            <p:spPr>
              <a:xfrm rot="17418376">
                <a:off x="6819714" y="7765989"/>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7">
                <a:extLst>
                  <a:ext uri="{FF2B5EF4-FFF2-40B4-BE49-F238E27FC236}">
                    <a16:creationId xmlns:a16="http://schemas.microsoft.com/office/drawing/2014/main" id="{B5CC7658-60C4-FF72-1C50-56D5D3524E48}"/>
                  </a:ext>
                </a:extLst>
              </p:cNvPr>
              <p:cNvSpPr/>
              <p:nvPr/>
            </p:nvSpPr>
            <p:spPr>
              <a:xfrm flipH="1">
                <a:off x="6980154" y="8100376"/>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3FC1D961-B4FF-219B-8CD7-A6565162746D}"/>
                </a:ext>
              </a:extLst>
            </p:cNvPr>
            <p:cNvGrpSpPr/>
            <p:nvPr/>
          </p:nvGrpSpPr>
          <p:grpSpPr>
            <a:xfrm rot="624441">
              <a:off x="11314449" y="5797424"/>
              <a:ext cx="347700" cy="169075"/>
              <a:chOff x="7513110" y="1453584"/>
              <a:chExt cx="506217" cy="246156"/>
            </a:xfrm>
          </p:grpSpPr>
          <p:sp>
            <p:nvSpPr>
              <p:cNvPr id="25" name="Oval 24">
                <a:extLst>
                  <a:ext uri="{FF2B5EF4-FFF2-40B4-BE49-F238E27FC236}">
                    <a16:creationId xmlns:a16="http://schemas.microsoft.com/office/drawing/2014/main" id="{097E3E97-B60F-D948-E8CB-72734E6365D5}"/>
                  </a:ext>
                </a:extLst>
              </p:cNvPr>
              <p:cNvSpPr/>
              <p:nvPr/>
            </p:nvSpPr>
            <p:spPr>
              <a:xfrm rot="20842655" flipH="1">
                <a:off x="7513110" y="154715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321E3E1-6B0C-6FEB-6C6B-829BC8E6621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0AC56316-4A08-01D9-7A0D-9A973EAB99F5}"/>
                </a:ext>
              </a:extLst>
            </p:cNvPr>
            <p:cNvSpPr/>
            <p:nvPr/>
          </p:nvSpPr>
          <p:spPr>
            <a:xfrm rot="21197540" flipH="1">
              <a:off x="11312712" y="6077114"/>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44677C0-E091-C69E-9A2A-6F15627A12B1}"/>
                </a:ext>
              </a:extLst>
            </p:cNvPr>
            <p:cNvGrpSpPr/>
            <p:nvPr/>
          </p:nvGrpSpPr>
          <p:grpSpPr>
            <a:xfrm flipH="1">
              <a:off x="9587617" y="5868211"/>
              <a:ext cx="605923" cy="479576"/>
              <a:chOff x="13758520" y="8065380"/>
              <a:chExt cx="605923" cy="479576"/>
            </a:xfrm>
          </p:grpSpPr>
          <p:grpSp>
            <p:nvGrpSpPr>
              <p:cNvPr id="35" name="Group 34">
                <a:extLst>
                  <a:ext uri="{FF2B5EF4-FFF2-40B4-BE49-F238E27FC236}">
                    <a16:creationId xmlns:a16="http://schemas.microsoft.com/office/drawing/2014/main" id="{AA059A32-1AB5-0D56-F0DF-FA726149AB4B}"/>
                  </a:ext>
                </a:extLst>
              </p:cNvPr>
              <p:cNvGrpSpPr/>
              <p:nvPr/>
            </p:nvGrpSpPr>
            <p:grpSpPr>
              <a:xfrm rot="21022711">
                <a:off x="13758520" y="8065380"/>
                <a:ext cx="605923" cy="274808"/>
                <a:chOff x="1162566" y="1754387"/>
                <a:chExt cx="689925" cy="312906"/>
              </a:xfrm>
            </p:grpSpPr>
            <p:sp>
              <p:nvSpPr>
                <p:cNvPr id="36" name="Oval 35">
                  <a:extLst>
                    <a:ext uri="{FF2B5EF4-FFF2-40B4-BE49-F238E27FC236}">
                      <a16:creationId xmlns:a16="http://schemas.microsoft.com/office/drawing/2014/main" id="{FE123A12-4B1E-8F46-7151-8D7FA441CA3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11">
                  <a:extLst>
                    <a:ext uri="{FF2B5EF4-FFF2-40B4-BE49-F238E27FC236}">
                      <a16:creationId xmlns:a16="http://schemas.microsoft.com/office/drawing/2014/main" id="{D651BB23-1854-42E5-86BB-85350C288E64}"/>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4CDFE74D-9E38-C8F7-054E-50E71EC7BB5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13">
                  <a:extLst>
                    <a:ext uri="{FF2B5EF4-FFF2-40B4-BE49-F238E27FC236}">
                      <a16:creationId xmlns:a16="http://schemas.microsoft.com/office/drawing/2014/main" id="{90FB0C87-44CF-5178-2194-E3EC2DB9D009}"/>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0" name="Oval 39">
                <a:extLst>
                  <a:ext uri="{FF2B5EF4-FFF2-40B4-BE49-F238E27FC236}">
                    <a16:creationId xmlns:a16="http://schemas.microsoft.com/office/drawing/2014/main" id="{00519859-3486-4FB3-ECED-CA759FA0D100}"/>
                  </a:ext>
                </a:extLst>
              </p:cNvPr>
              <p:cNvSpPr/>
              <p:nvPr/>
            </p:nvSpPr>
            <p:spPr>
              <a:xfrm rot="15815893" flipH="1">
                <a:off x="14054672" y="841391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694944"/>
            <a:ext cx="7461575" cy="137186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240280"/>
            <a:ext cx="9163570" cy="25171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100963" y="6356350"/>
            <a:ext cx="2066535" cy="365125"/>
          </a:xfrm>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349354"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401632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2747176" y="1108415"/>
            <a:ext cx="6515695"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1616766" y="2992737"/>
            <a:ext cx="8958468" cy="2275271"/>
          </a:xfrm>
          <a:prstGeom prst="rect">
            <a:avLst/>
          </a:prstGeo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4" name="Star: 7 Points 2">
            <a:extLst>
              <a:ext uri="{FF2B5EF4-FFF2-40B4-BE49-F238E27FC236}">
                <a16:creationId xmlns:a16="http://schemas.microsoft.com/office/drawing/2014/main" id="{9C12B1BC-DACE-B3DA-EA29-2DFC1D480111}"/>
              </a:ext>
            </a:extLst>
          </p:cNvPr>
          <p:cNvSpPr/>
          <p:nvPr/>
        </p:nvSpPr>
        <p:spPr>
          <a:xfrm rot="21296686">
            <a:off x="5552572" y="5522298"/>
            <a:ext cx="1086856" cy="1031354"/>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36192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13">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D4D4A4B6-823B-9EFA-2CDC-A6A42F90D38E}"/>
              </a:ext>
            </a:extLst>
          </p:cNvPr>
          <p:cNvSpPr/>
          <p:nvPr/>
        </p:nvSpPr>
        <p:spPr>
          <a:xfrm flipH="1">
            <a:off x="0" y="5982772"/>
            <a:ext cx="12192000" cy="872821"/>
          </a:xfrm>
          <a:custGeom>
            <a:avLst/>
            <a:gdLst>
              <a:gd name="connsiteX0" fmla="*/ 5494746 w 12192000"/>
              <a:gd name="connsiteY0" fmla="*/ 0 h 872821"/>
              <a:gd name="connsiteX1" fmla="*/ 4492152 w 12192000"/>
              <a:gd name="connsiteY1" fmla="*/ 376771 h 872821"/>
              <a:gd name="connsiteX2" fmla="*/ 3486247 w 12192000"/>
              <a:gd name="connsiteY2" fmla="*/ 105206 h 872821"/>
              <a:gd name="connsiteX3" fmla="*/ 2473724 w 12192000"/>
              <a:gd name="connsiteY3" fmla="*/ 376771 h 872821"/>
              <a:gd name="connsiteX4" fmla="*/ 1494300 w 12192000"/>
              <a:gd name="connsiteY4" fmla="*/ 31278 h 872821"/>
              <a:gd name="connsiteX5" fmla="*/ 455296 w 12192000"/>
              <a:gd name="connsiteY5" fmla="*/ 376771 h 872821"/>
              <a:gd name="connsiteX6" fmla="*/ 42392 w 12192000"/>
              <a:gd name="connsiteY6" fmla="*/ 316122 h 872821"/>
              <a:gd name="connsiteX7" fmla="*/ 0 w 12192000"/>
              <a:gd name="connsiteY7" fmla="*/ 303685 h 872821"/>
              <a:gd name="connsiteX8" fmla="*/ 0 w 12192000"/>
              <a:gd name="connsiteY8" fmla="*/ 872821 h 872821"/>
              <a:gd name="connsiteX9" fmla="*/ 12192000 w 12192000"/>
              <a:gd name="connsiteY9" fmla="*/ 872821 h 872821"/>
              <a:gd name="connsiteX10" fmla="*/ 12192000 w 12192000"/>
              <a:gd name="connsiteY10" fmla="*/ 170840 h 872821"/>
              <a:gd name="connsiteX11" fmla="*/ 12191270 w 12192000"/>
              <a:gd name="connsiteY11" fmla="*/ 170453 h 872821"/>
              <a:gd name="connsiteX12" fmla="*/ 11576889 w 12192000"/>
              <a:gd name="connsiteY12" fmla="*/ 42651 h 872821"/>
              <a:gd name="connsiteX13" fmla="*/ 10562188 w 12192000"/>
              <a:gd name="connsiteY13" fmla="*/ 376623 h 872821"/>
              <a:gd name="connsiteX14" fmla="*/ 9544395 w 12192000"/>
              <a:gd name="connsiteY14" fmla="*/ 42651 h 872821"/>
              <a:gd name="connsiteX15" fmla="*/ 8519215 w 12192000"/>
              <a:gd name="connsiteY15" fmla="*/ 444865 h 872821"/>
              <a:gd name="connsiteX16" fmla="*/ 7539208 w 12192000"/>
              <a:gd name="connsiteY16" fmla="*/ 93833 h 872821"/>
              <a:gd name="connsiteX17" fmla="*/ 6516755 w 12192000"/>
              <a:gd name="connsiteY17" fmla="*/ 376771 h 872821"/>
              <a:gd name="connsiteX18" fmla="*/ 5494746 w 12192000"/>
              <a:gd name="connsiteY18" fmla="*/ 0 h 87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872821">
                <a:moveTo>
                  <a:pt x="5494746" y="0"/>
                </a:moveTo>
                <a:cubicBezTo>
                  <a:pt x="4990135" y="0"/>
                  <a:pt x="4826902" y="359237"/>
                  <a:pt x="4492152" y="376771"/>
                </a:cubicBezTo>
                <a:cubicBezTo>
                  <a:pt x="4157402" y="394305"/>
                  <a:pt x="3990849" y="105206"/>
                  <a:pt x="3486247" y="105206"/>
                </a:cubicBezTo>
                <a:cubicBezTo>
                  <a:pt x="2981635" y="105206"/>
                  <a:pt x="2805715" y="389093"/>
                  <a:pt x="2473724" y="376771"/>
                </a:cubicBezTo>
                <a:cubicBezTo>
                  <a:pt x="2141733" y="364449"/>
                  <a:pt x="1998902" y="31278"/>
                  <a:pt x="1494300" y="31278"/>
                </a:cubicBezTo>
                <a:cubicBezTo>
                  <a:pt x="989687" y="31278"/>
                  <a:pt x="959898" y="376771"/>
                  <a:pt x="455296" y="376771"/>
                </a:cubicBezTo>
                <a:cubicBezTo>
                  <a:pt x="313374" y="376771"/>
                  <a:pt x="175046" y="351587"/>
                  <a:pt x="42392" y="316122"/>
                </a:cubicBezTo>
                <a:lnTo>
                  <a:pt x="0" y="303685"/>
                </a:lnTo>
                <a:lnTo>
                  <a:pt x="0" y="872821"/>
                </a:lnTo>
                <a:lnTo>
                  <a:pt x="12192000" y="872821"/>
                </a:lnTo>
                <a:lnTo>
                  <a:pt x="12192000" y="170840"/>
                </a:lnTo>
                <a:lnTo>
                  <a:pt x="12191270" y="170453"/>
                </a:lnTo>
                <a:cubicBezTo>
                  <a:pt x="12028032" y="90429"/>
                  <a:pt x="11828203" y="23491"/>
                  <a:pt x="11576889" y="42651"/>
                </a:cubicBezTo>
                <a:cubicBezTo>
                  <a:pt x="11086400" y="80046"/>
                  <a:pt x="11145351" y="350602"/>
                  <a:pt x="10562188" y="376623"/>
                </a:cubicBezTo>
                <a:cubicBezTo>
                  <a:pt x="10185342" y="340865"/>
                  <a:pt x="9884890" y="31277"/>
                  <a:pt x="9544395" y="42651"/>
                </a:cubicBezTo>
                <a:cubicBezTo>
                  <a:pt x="9203900" y="54025"/>
                  <a:pt x="8853413" y="436335"/>
                  <a:pt x="8519215" y="444865"/>
                </a:cubicBezTo>
                <a:cubicBezTo>
                  <a:pt x="8185017" y="453394"/>
                  <a:pt x="8099017" y="117312"/>
                  <a:pt x="7539208" y="93833"/>
                </a:cubicBezTo>
                <a:cubicBezTo>
                  <a:pt x="7034596" y="93833"/>
                  <a:pt x="6857497" y="392410"/>
                  <a:pt x="6516755" y="376771"/>
                </a:cubicBezTo>
                <a:cubicBezTo>
                  <a:pt x="6176011" y="361133"/>
                  <a:pt x="5832180" y="0"/>
                  <a:pt x="5494746"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759854"/>
            <a:ext cx="8662150" cy="10886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89" y="2024796"/>
            <a:ext cx="9901075" cy="306165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326836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0976"/>
            <a:ext cx="3120712" cy="2436791"/>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5070"/>
            <a:ext cx="7172248" cy="521189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3662578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4BEBB76A-5642-4655-AA5F-D2E8581DD95F}" type="datetimeFigureOut">
              <a:rPr lang="en-US" smtClean="0"/>
              <a:t>3/5/2026</a:t>
            </a:fld>
            <a:endParaRPr 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83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8645717" y="1155941"/>
            <a:ext cx="3120714" cy="2224232"/>
          </a:xfrm>
        </p:spPr>
        <p:txBody>
          <a:bodyPr/>
          <a:lstStyle/>
          <a:p>
            <a:r>
              <a:rPr lang="en-US"/>
              <a:t>Click to edit Master title style</a:t>
            </a:r>
            <a:endParaRPr lang="en-US" dirty="0"/>
          </a:p>
        </p:txBody>
      </p:sp>
      <p:sp>
        <p:nvSpPr>
          <p:cNvPr id="18" name="Picture Placeholder 17">
            <a:extLst>
              <a:ext uri="{FF2B5EF4-FFF2-40B4-BE49-F238E27FC236}">
                <a16:creationId xmlns:a16="http://schemas.microsoft.com/office/drawing/2014/main" id="{434855A4-5F42-3784-9AD9-45B7AC8F1948}"/>
              </a:ext>
            </a:extLst>
          </p:cNvPr>
          <p:cNvSpPr>
            <a:spLocks noGrp="1"/>
          </p:cNvSpPr>
          <p:nvPr>
            <p:ph type="pic" sz="quarter" idx="13" hasCustomPrompt="1"/>
          </p:nvPr>
        </p:nvSpPr>
        <p:spPr>
          <a:xfrm>
            <a:off x="0" y="1"/>
            <a:ext cx="8091444" cy="6857999"/>
          </a:xfrm>
          <a:custGeom>
            <a:avLst/>
            <a:gdLst>
              <a:gd name="connsiteX0" fmla="*/ 0 w 8091444"/>
              <a:gd name="connsiteY0" fmla="*/ 0 h 6857999"/>
              <a:gd name="connsiteX1" fmla="*/ 7951817 w 8091444"/>
              <a:gd name="connsiteY1" fmla="*/ 0 h 6857999"/>
              <a:gd name="connsiteX2" fmla="*/ 8050097 w 8091444"/>
              <a:gd name="connsiteY2" fmla="*/ 6857999 h 6857999"/>
              <a:gd name="connsiteX3" fmla="*/ 0 w 8091444"/>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091444" h="6857999">
                <a:moveTo>
                  <a:pt x="0" y="0"/>
                </a:moveTo>
                <a:lnTo>
                  <a:pt x="7951817" y="0"/>
                </a:lnTo>
                <a:cubicBezTo>
                  <a:pt x="8220205" y="1104182"/>
                  <a:pt x="8012102" y="5952225"/>
                  <a:pt x="805009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8645717" y="3395787"/>
            <a:ext cx="2801536" cy="2616822"/>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8645718" y="6356350"/>
            <a:ext cx="17800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10425794" y="6356350"/>
            <a:ext cx="1089310" cy="365125"/>
          </a:xfrm>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7915362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2197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59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924619" y="464544"/>
            <a:ext cx="3429179" cy="1456511"/>
          </a:xfrm>
        </p:spPr>
        <p:txBody>
          <a:body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385D35E-1F99-3EE2-7DC7-EFB42806CBD0}"/>
              </a:ext>
            </a:extLst>
          </p:cNvPr>
          <p:cNvSpPr>
            <a:spLocks noGrp="1"/>
          </p:cNvSpPr>
          <p:nvPr>
            <p:ph type="pic" sz="quarter" idx="13" hasCustomPrompt="1"/>
          </p:nvPr>
        </p:nvSpPr>
        <p:spPr>
          <a:xfrm>
            <a:off x="1" y="-5270"/>
            <a:ext cx="7184917" cy="6858000"/>
          </a:xfrm>
          <a:custGeom>
            <a:avLst/>
            <a:gdLst>
              <a:gd name="connsiteX0" fmla="*/ 0 w 7184917"/>
              <a:gd name="connsiteY0" fmla="*/ 0 h 6858000"/>
              <a:gd name="connsiteX1" fmla="*/ 7071078 w 7184917"/>
              <a:gd name="connsiteY1" fmla="*/ 8880 h 6858000"/>
              <a:gd name="connsiteX2" fmla="*/ 7115250 w 7184917"/>
              <a:gd name="connsiteY2" fmla="*/ 6857999 h 6858000"/>
              <a:gd name="connsiteX3" fmla="*/ 0 w 718491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84917" h="6858000">
                <a:moveTo>
                  <a:pt x="0" y="0"/>
                </a:moveTo>
                <a:lnTo>
                  <a:pt x="7071078" y="8880"/>
                </a:lnTo>
                <a:cubicBezTo>
                  <a:pt x="6996324" y="1826582"/>
                  <a:pt x="7321658" y="4960396"/>
                  <a:pt x="7115250" y="6857999"/>
                </a:cubicBez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924621" y="1936671"/>
            <a:ext cx="3429178"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924620" y="6356350"/>
            <a:ext cx="1995468"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920088" y="6356350"/>
            <a:ext cx="1413160" cy="365125"/>
          </a:xfrm>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488560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5724279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492578" y="464544"/>
            <a:ext cx="4777934" cy="1456511"/>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7D6E6A-66C0-CF53-4577-787FF7E6BC41}"/>
              </a:ext>
            </a:extLst>
          </p:cNvPr>
          <p:cNvSpPr>
            <a:spLocks noGrp="1"/>
          </p:cNvSpPr>
          <p:nvPr>
            <p:ph type="pic" sz="quarter" idx="13" hasCustomPrompt="1"/>
          </p:nvPr>
        </p:nvSpPr>
        <p:spPr>
          <a:xfrm>
            <a:off x="0" y="-2"/>
            <a:ext cx="5563892" cy="6857999"/>
          </a:xfrm>
          <a:custGeom>
            <a:avLst/>
            <a:gdLst>
              <a:gd name="connsiteX0" fmla="*/ 0 w 5477773"/>
              <a:gd name="connsiteY0" fmla="*/ 0 h 6857999"/>
              <a:gd name="connsiteX1" fmla="*/ 5460584 w 5477773"/>
              <a:gd name="connsiteY1" fmla="*/ 0 h 6857999"/>
              <a:gd name="connsiteX2" fmla="*/ 5324487 w 5477773"/>
              <a:gd name="connsiteY2" fmla="*/ 6857999 h 6857999"/>
              <a:gd name="connsiteX3" fmla="*/ 0 w 5477773"/>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5477773" h="6857999">
                <a:moveTo>
                  <a:pt x="0" y="0"/>
                </a:moveTo>
                <a:lnTo>
                  <a:pt x="5460584" y="0"/>
                </a:lnTo>
                <a:cubicBezTo>
                  <a:pt x="5353140" y="1777042"/>
                  <a:pt x="5639660" y="3916392"/>
                  <a:pt x="532448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492578" y="1936671"/>
            <a:ext cx="4777933"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494999" y="6356350"/>
            <a:ext cx="2834740"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10046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34183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898276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615604"/>
            <a:ext cx="4538721" cy="123612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867345"/>
            <a:ext cx="4538721" cy="42337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9" y="6356350"/>
            <a:ext cx="23558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059964" y="6356350"/>
            <a:ext cx="1801089" cy="365125"/>
          </a:xfrm>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963229"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5920318" y="0"/>
            <a:ext cx="6271682"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353683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25074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613636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3790765"/>
            <a:ext cx="3171553" cy="2325365"/>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148EFED8-105E-D3BE-99FE-182F5EE3D5C1}"/>
              </a:ext>
            </a:extLst>
          </p:cNvPr>
          <p:cNvSpPr>
            <a:spLocks noGrp="1"/>
          </p:cNvSpPr>
          <p:nvPr>
            <p:ph type="pic" sz="quarter" idx="13" hasCustomPrompt="1"/>
          </p:nvPr>
        </p:nvSpPr>
        <p:spPr>
          <a:xfrm>
            <a:off x="0" y="0"/>
            <a:ext cx="12192000" cy="3429612"/>
          </a:xfrm>
          <a:custGeom>
            <a:avLst/>
            <a:gdLst>
              <a:gd name="connsiteX0" fmla="*/ 0 w 12192000"/>
              <a:gd name="connsiteY0" fmla="*/ 0 h 3536146"/>
              <a:gd name="connsiteX1" fmla="*/ 12192000 w 12192000"/>
              <a:gd name="connsiteY1" fmla="*/ 0 h 3536146"/>
              <a:gd name="connsiteX2" fmla="*/ 12192000 w 12192000"/>
              <a:gd name="connsiteY2" fmla="*/ 3458878 h 3536146"/>
              <a:gd name="connsiteX3" fmla="*/ 0 w 12192000"/>
              <a:gd name="connsiteY3" fmla="*/ 3486265 h 3536146"/>
            </a:gdLst>
            <a:ahLst/>
            <a:cxnLst>
              <a:cxn ang="0">
                <a:pos x="connsiteX0" y="connsiteY0"/>
              </a:cxn>
              <a:cxn ang="0">
                <a:pos x="connsiteX1" y="connsiteY1"/>
              </a:cxn>
              <a:cxn ang="0">
                <a:pos x="connsiteX2" y="connsiteY2"/>
              </a:cxn>
              <a:cxn ang="0">
                <a:pos x="connsiteX3" y="connsiteY3"/>
              </a:cxn>
            </a:cxnLst>
            <a:rect l="l" t="t" r="r" b="b"/>
            <a:pathLst>
              <a:path w="12192000" h="3536146">
                <a:moveTo>
                  <a:pt x="0" y="0"/>
                </a:moveTo>
                <a:lnTo>
                  <a:pt x="12192000" y="0"/>
                </a:lnTo>
                <a:lnTo>
                  <a:pt x="12192000" y="3458878"/>
                </a:lnTo>
                <a:cubicBezTo>
                  <a:pt x="9246697" y="3381467"/>
                  <a:pt x="4068841" y="3640205"/>
                  <a:pt x="0" y="348626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9" y="3790765"/>
            <a:ext cx="7336246" cy="253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362754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9A275856-2CFB-B780-FC19-88B7C01E42E0}"/>
              </a:ext>
            </a:extLst>
          </p:cNvPr>
          <p:cNvSpPr/>
          <p:nvPr/>
        </p:nvSpPr>
        <p:spPr>
          <a:xfrm rot="15188171">
            <a:off x="4142225" y="5336077"/>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950976"/>
            <a:ext cx="4349424" cy="1459193"/>
          </a:xfrm>
        </p:spPr>
        <p:txBody>
          <a:bodyPr anchor="t"/>
          <a:lstStyle/>
          <a:p>
            <a:r>
              <a:rPr lang="en-US"/>
              <a:t>Click to edit Master title style</a:t>
            </a:r>
            <a:endParaRPr lang="en-US" dirty="0"/>
          </a:p>
        </p:txBody>
      </p:sp>
      <p:sp>
        <p:nvSpPr>
          <p:cNvPr id="35" name="Picture Placeholder 34">
            <a:extLst>
              <a:ext uri="{FF2B5EF4-FFF2-40B4-BE49-F238E27FC236}">
                <a16:creationId xmlns:a16="http://schemas.microsoft.com/office/drawing/2014/main" id="{9EC1C24B-FC0E-135D-8291-8585F4AB4E19}"/>
              </a:ext>
            </a:extLst>
          </p:cNvPr>
          <p:cNvSpPr>
            <a:spLocks noGrp="1"/>
          </p:cNvSpPr>
          <p:nvPr>
            <p:ph type="pic" sz="quarter" idx="13" hasCustomPrompt="1"/>
          </p:nvPr>
        </p:nvSpPr>
        <p:spPr>
          <a:xfrm>
            <a:off x="586405" y="2544807"/>
            <a:ext cx="3945827" cy="3785880"/>
          </a:xfrm>
          <a:custGeom>
            <a:avLst/>
            <a:gdLst>
              <a:gd name="connsiteX0" fmla="*/ 3930446 w 3945827"/>
              <a:gd name="connsiteY0" fmla="*/ 5 h 3785880"/>
              <a:gd name="connsiteX1" fmla="*/ 3932537 w 3945827"/>
              <a:gd name="connsiteY1" fmla="*/ 2321853 h 3785880"/>
              <a:gd name="connsiteX2" fmla="*/ 3929331 w 3945827"/>
              <a:gd name="connsiteY2" fmla="*/ 2513782 h 3785880"/>
              <a:gd name="connsiteX3" fmla="*/ 3900283 w 3945827"/>
              <a:gd name="connsiteY3" fmla="*/ 2517711 h 3785880"/>
              <a:gd name="connsiteX4" fmla="*/ 3732592 w 3945827"/>
              <a:gd name="connsiteY4" fmla="*/ 2566596 h 3785880"/>
              <a:gd name="connsiteX5" fmla="*/ 3857855 w 3945827"/>
              <a:gd name="connsiteY5" fmla="*/ 3004249 h 3785880"/>
              <a:gd name="connsiteX6" fmla="*/ 3915181 w 3945827"/>
              <a:gd name="connsiteY6" fmla="*/ 3212343 h 3785880"/>
              <a:gd name="connsiteX7" fmla="*/ 3914595 w 3945827"/>
              <a:gd name="connsiteY7" fmla="*/ 3236939 h 3785880"/>
              <a:gd name="connsiteX8" fmla="*/ 3900838 w 3945827"/>
              <a:gd name="connsiteY8" fmla="*/ 3696910 h 3785880"/>
              <a:gd name="connsiteX9" fmla="*/ 8317 w 3945827"/>
              <a:gd name="connsiteY9" fmla="*/ 3776554 h 3785880"/>
              <a:gd name="connsiteX10" fmla="*/ 0 w 3945827"/>
              <a:gd name="connsiteY10" fmla="*/ 26202 h 3785880"/>
              <a:gd name="connsiteX11" fmla="*/ 3930446 w 3945827"/>
              <a:gd name="connsiteY11" fmla="*/ 5 h 378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45827" h="3785880">
                <a:moveTo>
                  <a:pt x="3930446" y="5"/>
                </a:moveTo>
                <a:cubicBezTo>
                  <a:pt x="3953664" y="277596"/>
                  <a:pt x="3947436" y="1365687"/>
                  <a:pt x="3932537" y="2321853"/>
                </a:cubicBezTo>
                <a:lnTo>
                  <a:pt x="3929331" y="2513782"/>
                </a:lnTo>
                <a:lnTo>
                  <a:pt x="3900283" y="2517711"/>
                </a:lnTo>
                <a:cubicBezTo>
                  <a:pt x="3806046" y="2534538"/>
                  <a:pt x="3731946" y="2555635"/>
                  <a:pt x="3732592" y="2566596"/>
                </a:cubicBezTo>
                <a:cubicBezTo>
                  <a:pt x="3776426" y="2711503"/>
                  <a:pt x="3817487" y="2857713"/>
                  <a:pt x="3857855" y="3004249"/>
                </a:cubicBezTo>
                <a:lnTo>
                  <a:pt x="3915181" y="3212343"/>
                </a:lnTo>
                <a:lnTo>
                  <a:pt x="3914595" y="3236939"/>
                </a:lnTo>
                <a:cubicBezTo>
                  <a:pt x="3909989" y="3424032"/>
                  <a:pt x="3905295" y="3582264"/>
                  <a:pt x="3900838" y="3696910"/>
                </a:cubicBezTo>
                <a:cubicBezTo>
                  <a:pt x="3115719" y="3744071"/>
                  <a:pt x="2227881" y="3810572"/>
                  <a:pt x="8317" y="3776554"/>
                </a:cubicBezTo>
                <a:lnTo>
                  <a:pt x="0" y="26202"/>
                </a:lnTo>
                <a:cubicBezTo>
                  <a:pt x="1014177" y="12710"/>
                  <a:pt x="2624398" y="-292"/>
                  <a:pt x="3930446" y="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56183" y="944438"/>
            <a:ext cx="5533139" cy="516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5" name="Group 14">
            <a:extLst>
              <a:ext uri="{FF2B5EF4-FFF2-40B4-BE49-F238E27FC236}">
                <a16:creationId xmlns:a16="http://schemas.microsoft.com/office/drawing/2014/main" id="{5621CBE7-6D9B-6B2C-C966-8648A2E7A1CA}"/>
              </a:ext>
            </a:extLst>
          </p:cNvPr>
          <p:cNvGrpSpPr/>
          <p:nvPr/>
        </p:nvGrpSpPr>
        <p:grpSpPr>
          <a:xfrm flipH="1">
            <a:off x="4730639" y="5777681"/>
            <a:ext cx="606354" cy="325031"/>
            <a:chOff x="5447388" y="3100610"/>
            <a:chExt cx="1500891" cy="804540"/>
          </a:xfrm>
        </p:grpSpPr>
        <p:sp>
          <p:nvSpPr>
            <p:cNvPr id="16" name="Oval 15">
              <a:extLst>
                <a:ext uri="{FF2B5EF4-FFF2-40B4-BE49-F238E27FC236}">
                  <a16:creationId xmlns:a16="http://schemas.microsoft.com/office/drawing/2014/main" id="{DE4226C8-2B8E-5AC8-728A-78B5565C314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7B4108-EFE6-C034-14E5-AD8762C57AE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9CA12CD5-15A1-5DF3-3002-D94BA8525437}"/>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B59B618-9140-3A26-D6E4-E60015045E3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BFDD5363-CFEA-1DE8-4F60-B84E4BB6EBEA}"/>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39611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4141587"/>
            <a:ext cx="3596889" cy="1979740"/>
          </a:xfrm>
        </p:spPr>
        <p:txBody>
          <a:bodyPr anchor="ctr"/>
          <a:lstStyle/>
          <a:p>
            <a:r>
              <a:rPr lang="en-US"/>
              <a:t>Click to edit Master title style</a:t>
            </a:r>
            <a:endParaRPr lang="en-US" dirty="0"/>
          </a:p>
        </p:txBody>
      </p:sp>
      <p:sp>
        <p:nvSpPr>
          <p:cNvPr id="19" name="Freeform 18">
            <a:extLst>
              <a:ext uri="{FF2B5EF4-FFF2-40B4-BE49-F238E27FC236}">
                <a16:creationId xmlns:a16="http://schemas.microsoft.com/office/drawing/2014/main" id="{E5DF98BC-CAB9-8D72-2C02-303C9ABFD350}"/>
              </a:ext>
            </a:extLst>
          </p:cNvPr>
          <p:cNvSpPr>
            <a:spLocks noGrp="1"/>
          </p:cNvSpPr>
          <p:nvPr>
            <p:ph type="pic" sz="quarter" idx="13" hasCustomPrompt="1"/>
          </p:nvPr>
        </p:nvSpPr>
        <p:spPr>
          <a:xfrm rot="21275714">
            <a:off x="654012" y="646016"/>
            <a:ext cx="3377407" cy="3343942"/>
          </a:xfrm>
          <a:custGeom>
            <a:avLst/>
            <a:gdLst>
              <a:gd name="connsiteX0" fmla="*/ 2011827 w 3889378"/>
              <a:gd name="connsiteY0" fmla="*/ 3891 h 3850840"/>
              <a:gd name="connsiteX1" fmla="*/ 2115827 w 3889378"/>
              <a:gd name="connsiteY1" fmla="*/ 16550 h 3850840"/>
              <a:gd name="connsiteX2" fmla="*/ 3783900 w 3889378"/>
              <a:gd name="connsiteY2" fmla="*/ 1133002 h 3850840"/>
              <a:gd name="connsiteX3" fmla="*/ 3131795 w 3889378"/>
              <a:gd name="connsiteY3" fmla="*/ 3551996 h 3850840"/>
              <a:gd name="connsiteX4" fmla="*/ 876803 w 3889378"/>
              <a:gd name="connsiteY4" fmla="*/ 3572744 h 3850840"/>
              <a:gd name="connsiteX5" fmla="*/ 10325 w 3889378"/>
              <a:gd name="connsiteY5" fmla="*/ 2135287 h 3850840"/>
              <a:gd name="connsiteX6" fmla="*/ 512587 w 3889378"/>
              <a:gd name="connsiteY6" fmla="*/ 582117 h 3850840"/>
              <a:gd name="connsiteX7" fmla="*/ 2011827 w 3889378"/>
              <a:gd name="connsiteY7" fmla="*/ 3891 h 385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9378" h="3850840">
                <a:moveTo>
                  <a:pt x="2011827" y="3891"/>
                </a:moveTo>
                <a:cubicBezTo>
                  <a:pt x="2047042" y="6620"/>
                  <a:pt x="2081750" y="10811"/>
                  <a:pt x="2115827" y="16550"/>
                </a:cubicBezTo>
                <a:cubicBezTo>
                  <a:pt x="2661046" y="108364"/>
                  <a:pt x="3458919" y="293896"/>
                  <a:pt x="3783900" y="1133002"/>
                </a:cubicBezTo>
                <a:cubicBezTo>
                  <a:pt x="4111044" y="2200787"/>
                  <a:pt x="3616311" y="3145372"/>
                  <a:pt x="3131795" y="3551996"/>
                </a:cubicBezTo>
                <a:cubicBezTo>
                  <a:pt x="2647278" y="3958619"/>
                  <a:pt x="1547281" y="3935374"/>
                  <a:pt x="876803" y="3572744"/>
                </a:cubicBezTo>
                <a:cubicBezTo>
                  <a:pt x="206325" y="3210114"/>
                  <a:pt x="71028" y="2633725"/>
                  <a:pt x="10325" y="2135287"/>
                </a:cubicBezTo>
                <a:cubicBezTo>
                  <a:pt x="-50377" y="1636848"/>
                  <a:pt x="161671" y="935239"/>
                  <a:pt x="512587" y="582117"/>
                </a:cubicBezTo>
                <a:cubicBezTo>
                  <a:pt x="841571" y="251064"/>
                  <a:pt x="1483611" y="-37042"/>
                  <a:pt x="2011827" y="389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821382" y="739833"/>
            <a:ext cx="6669827" cy="53469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7887509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7003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EADDD77-A602-C7FB-0199-51C9BD75E477}"/>
              </a:ext>
            </a:extLst>
          </p:cNvPr>
          <p:cNvSpPr/>
          <p:nvPr/>
        </p:nvSpPr>
        <p:spPr>
          <a:xfrm rot="10577473">
            <a:off x="334039" y="5270220"/>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2308"/>
            <a:ext cx="5090409" cy="1168348"/>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98A9E465-2D4B-1BE5-18B2-0ABAAE11388F}"/>
              </a:ext>
            </a:extLst>
          </p:cNvPr>
          <p:cNvSpPr>
            <a:spLocks noGrp="1"/>
          </p:cNvSpPr>
          <p:nvPr>
            <p:ph type="pic" sz="quarter" idx="13" hasCustomPrompt="1"/>
          </p:nvPr>
        </p:nvSpPr>
        <p:spPr>
          <a:xfrm>
            <a:off x="1234360" y="2093799"/>
            <a:ext cx="5339327" cy="4040057"/>
          </a:xfrm>
          <a:custGeom>
            <a:avLst/>
            <a:gdLst>
              <a:gd name="connsiteX0" fmla="*/ 176442 w 5339327"/>
              <a:gd name="connsiteY0" fmla="*/ 0 h 4040057"/>
              <a:gd name="connsiteX1" fmla="*/ 5336556 w 5339327"/>
              <a:gd name="connsiteY1" fmla="*/ 274178 h 4040057"/>
              <a:gd name="connsiteX2" fmla="*/ 5159774 w 5339327"/>
              <a:gd name="connsiteY2" fmla="*/ 4040057 h 4040057"/>
              <a:gd name="connsiteX3" fmla="*/ 981347 w 5339327"/>
              <a:gd name="connsiteY3" fmla="*/ 3886182 h 4040057"/>
              <a:gd name="connsiteX4" fmla="*/ 893394 w 5339327"/>
              <a:gd name="connsiteY4" fmla="*/ 3880494 h 4040057"/>
              <a:gd name="connsiteX5" fmla="*/ 891726 w 5339327"/>
              <a:gd name="connsiteY5" fmla="*/ 3876295 h 4040057"/>
              <a:gd name="connsiteX6" fmla="*/ 873844 w 5339327"/>
              <a:gd name="connsiteY6" fmla="*/ 3817414 h 4040057"/>
              <a:gd name="connsiteX7" fmla="*/ 444106 w 5339327"/>
              <a:gd name="connsiteY7" fmla="*/ 3244767 h 4040057"/>
              <a:gd name="connsiteX8" fmla="*/ 42617 w 5339327"/>
              <a:gd name="connsiteY8" fmla="*/ 3180646 h 4040057"/>
              <a:gd name="connsiteX9" fmla="*/ 0 w 5339327"/>
              <a:gd name="connsiteY9" fmla="*/ 3181913 h 40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9327" h="4040057">
                <a:moveTo>
                  <a:pt x="176442" y="0"/>
                </a:moveTo>
                <a:cubicBezTo>
                  <a:pt x="1508310" y="63892"/>
                  <a:pt x="3622435" y="173907"/>
                  <a:pt x="5336556" y="274178"/>
                </a:cubicBezTo>
                <a:cubicBezTo>
                  <a:pt x="5358944" y="729154"/>
                  <a:pt x="5240771" y="3295310"/>
                  <a:pt x="5159774" y="4040057"/>
                </a:cubicBezTo>
                <a:cubicBezTo>
                  <a:pt x="4255690" y="4029481"/>
                  <a:pt x="3185068" y="4024320"/>
                  <a:pt x="981347" y="3886182"/>
                </a:cubicBezTo>
                <a:lnTo>
                  <a:pt x="893394" y="3880494"/>
                </a:lnTo>
                <a:lnTo>
                  <a:pt x="891726" y="3876295"/>
                </a:lnTo>
                <a:cubicBezTo>
                  <a:pt x="884550" y="3857525"/>
                  <a:pt x="878283" y="3838728"/>
                  <a:pt x="873844" y="3817414"/>
                </a:cubicBezTo>
                <a:cubicBezTo>
                  <a:pt x="788516" y="3672915"/>
                  <a:pt x="662527" y="3351729"/>
                  <a:pt x="444106" y="3244767"/>
                </a:cubicBezTo>
                <a:cubicBezTo>
                  <a:pt x="328464" y="3206099"/>
                  <a:pt x="183235" y="3184967"/>
                  <a:pt x="42617" y="3180646"/>
                </a:cubicBezTo>
                <a:lnTo>
                  <a:pt x="0" y="3181913"/>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292714" y="926430"/>
            <a:ext cx="4101407" cy="51281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7" name="Group 16">
            <a:extLst>
              <a:ext uri="{FF2B5EF4-FFF2-40B4-BE49-F238E27FC236}">
                <a16:creationId xmlns:a16="http://schemas.microsoft.com/office/drawing/2014/main" id="{086C75C1-9BD5-C8F8-879E-4BAF3D643660}"/>
              </a:ext>
            </a:extLst>
          </p:cNvPr>
          <p:cNvGrpSpPr/>
          <p:nvPr/>
        </p:nvGrpSpPr>
        <p:grpSpPr>
          <a:xfrm>
            <a:off x="1085678" y="5527728"/>
            <a:ext cx="520692" cy="263110"/>
            <a:chOff x="1162566" y="1754387"/>
            <a:chExt cx="619238" cy="312906"/>
          </a:xfrm>
        </p:grpSpPr>
        <p:sp>
          <p:nvSpPr>
            <p:cNvPr id="18" name="Oval 17">
              <a:extLst>
                <a:ext uri="{FF2B5EF4-FFF2-40B4-BE49-F238E27FC236}">
                  <a16:creationId xmlns:a16="http://schemas.microsoft.com/office/drawing/2014/main" id="{6B82A1F0-8549-55D6-FEA8-6A6878D44A33}"/>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33B4765-07ED-D4AE-79A2-269C292A41A3}"/>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1B757455-03BC-891A-2F18-00D4D86B5CF8}"/>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66AA735-D141-5099-334A-3AF84EABF12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21">
            <a:extLst>
              <a:ext uri="{FF2B5EF4-FFF2-40B4-BE49-F238E27FC236}">
                <a16:creationId xmlns:a16="http://schemas.microsoft.com/office/drawing/2014/main" id="{BC58A0B0-B149-EC5A-34C7-9655E8686734}"/>
              </a:ext>
            </a:extLst>
          </p:cNvPr>
          <p:cNvSpPr/>
          <p:nvPr/>
        </p:nvSpPr>
        <p:spPr>
          <a:xfrm flipH="1">
            <a:off x="1269471" y="5941746"/>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80452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34661266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1795" y="1636474"/>
            <a:ext cx="8003801" cy="3808052"/>
          </a:xfrm>
          <a:prstGeom prst="rect">
            <a:avLst/>
          </a:prstGeom>
        </p:spPr>
        <p:txBody>
          <a:bodyPr anchor="ctr">
            <a:normAutofit/>
          </a:bodyPr>
          <a:lstStyle>
            <a:lvl1pPr algn="ctr">
              <a:lnSpc>
                <a:spcPct val="55000"/>
              </a:lnSpc>
              <a:buNone/>
              <a:defRPr sz="8000" b="1">
                <a:solidFill>
                  <a:schemeClr val="tx2"/>
                </a:solidFill>
                <a:latin typeface="+mj-lt"/>
              </a:defRPr>
            </a:lvl1pPr>
            <a:lvl2pPr algn="ctr">
              <a:lnSpc>
                <a:spcPct val="55000"/>
              </a:lnSpc>
              <a:buNone/>
              <a:defRPr sz="6600" b="1">
                <a:solidFill>
                  <a:schemeClr val="tx2"/>
                </a:solidFill>
                <a:latin typeface="+mj-lt"/>
              </a:defRPr>
            </a:lvl2pPr>
            <a:lvl3pPr algn="ctr">
              <a:lnSpc>
                <a:spcPct val="55000"/>
              </a:lnSpc>
              <a:buNone/>
              <a:defRPr sz="6600" b="1">
                <a:solidFill>
                  <a:schemeClr val="tx2"/>
                </a:solidFill>
                <a:latin typeface="+mj-lt"/>
              </a:defRPr>
            </a:lvl3pPr>
            <a:lvl4pPr algn="ctr">
              <a:lnSpc>
                <a:spcPct val="55000"/>
              </a:lnSpc>
              <a:buNone/>
              <a:defRPr sz="6600" b="1">
                <a:solidFill>
                  <a:schemeClr val="tx2"/>
                </a:solidFill>
                <a:latin typeface="+mj-lt"/>
              </a:defRPr>
            </a:lvl4pPr>
            <a:lvl5pPr algn="ctr">
              <a:lnSpc>
                <a:spcPct val="55000"/>
              </a:lnSpc>
              <a:buNone/>
              <a:defRPr sz="6600" b="1">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9" name="Freeform: Shape 8">
            <a:extLst>
              <a:ext uri="{FF2B5EF4-FFF2-40B4-BE49-F238E27FC236}">
                <a16:creationId xmlns:a16="http://schemas.microsoft.com/office/drawing/2014/main" id="{779BD876-DE72-BCDA-8692-585FB285FB01}"/>
              </a:ext>
            </a:extLst>
          </p:cNvPr>
          <p:cNvSpPr/>
          <p:nvPr/>
        </p:nvSpPr>
        <p:spPr>
          <a:xfrm rot="20121465">
            <a:off x="133240" y="-511960"/>
            <a:ext cx="11869900" cy="8151176"/>
          </a:xfrm>
          <a:custGeom>
            <a:avLst/>
            <a:gdLst>
              <a:gd name="connsiteX0" fmla="*/ 8424792 w 11869900"/>
              <a:gd name="connsiteY0" fmla="*/ 3845749 h 8151176"/>
              <a:gd name="connsiteX1" fmla="*/ 8399003 w 11869900"/>
              <a:gd name="connsiteY1" fmla="*/ 3855364 h 8151176"/>
              <a:gd name="connsiteX2" fmla="*/ 6577771 w 11869900"/>
              <a:gd name="connsiteY2" fmla="*/ 3857846 h 8151176"/>
              <a:gd name="connsiteX3" fmla="*/ 6299415 w 11869900"/>
              <a:gd name="connsiteY3" fmla="*/ 3762646 h 8151176"/>
              <a:gd name="connsiteX4" fmla="*/ 6188542 w 11869900"/>
              <a:gd name="connsiteY4" fmla="*/ 3706275 h 8151176"/>
              <a:gd name="connsiteX5" fmla="*/ 6190467 w 11869900"/>
              <a:gd name="connsiteY5" fmla="*/ 3723310 h 8151176"/>
              <a:gd name="connsiteX6" fmla="*/ 5735909 w 11869900"/>
              <a:gd name="connsiteY6" fmla="*/ 5037955 h 8151176"/>
              <a:gd name="connsiteX7" fmla="*/ 5361260 w 11869900"/>
              <a:gd name="connsiteY7" fmla="*/ 5537359 h 8151176"/>
              <a:gd name="connsiteX8" fmla="*/ 5323638 w 11869900"/>
              <a:gd name="connsiteY8" fmla="*/ 5581971 h 8151176"/>
              <a:gd name="connsiteX9" fmla="*/ 5608570 w 11869900"/>
              <a:gd name="connsiteY9" fmla="*/ 5179 h 8151176"/>
              <a:gd name="connsiteX10" fmla="*/ 6409836 w 11869900"/>
              <a:gd name="connsiteY10" fmla="*/ 372743 h 8151176"/>
              <a:gd name="connsiteX11" fmla="*/ 6514020 w 11869900"/>
              <a:gd name="connsiteY11" fmla="*/ 983363 h 8151176"/>
              <a:gd name="connsiteX12" fmla="*/ 7107623 w 11869900"/>
              <a:gd name="connsiteY12" fmla="*/ 2480738 h 8151176"/>
              <a:gd name="connsiteX13" fmla="*/ 8164293 w 11869900"/>
              <a:gd name="connsiteY13" fmla="*/ 2375110 h 8151176"/>
              <a:gd name="connsiteX14" fmla="*/ 8265553 w 11869900"/>
              <a:gd name="connsiteY14" fmla="*/ 1292851 h 8151176"/>
              <a:gd name="connsiteX15" fmla="*/ 8263464 w 11869900"/>
              <a:gd name="connsiteY15" fmla="*/ 1223054 h 8151176"/>
              <a:gd name="connsiteX16" fmla="*/ 9590378 w 11869900"/>
              <a:gd name="connsiteY16" fmla="*/ 1831746 h 8151176"/>
              <a:gd name="connsiteX17" fmla="*/ 9589995 w 11869900"/>
              <a:gd name="connsiteY17" fmla="*/ 1895404 h 8151176"/>
              <a:gd name="connsiteX18" fmla="*/ 9206096 w 11869900"/>
              <a:gd name="connsiteY18" fmla="*/ 3369647 h 8151176"/>
              <a:gd name="connsiteX19" fmla="*/ 9148225 w 11869900"/>
              <a:gd name="connsiteY19" fmla="*/ 3440725 h 8151176"/>
              <a:gd name="connsiteX20" fmla="*/ 10391039 w 11869900"/>
              <a:gd name="connsiteY20" fmla="*/ 2744919 h 8151176"/>
              <a:gd name="connsiteX21" fmla="*/ 11721346 w 11869900"/>
              <a:gd name="connsiteY21" fmla="*/ 4816477 h 8151176"/>
              <a:gd name="connsiteX22" fmla="*/ 11869900 w 11869900"/>
              <a:gd name="connsiteY22" fmla="*/ 5049280 h 8151176"/>
              <a:gd name="connsiteX23" fmla="*/ 11800897 w 11869900"/>
              <a:gd name="connsiteY23" fmla="*/ 5199703 h 8151176"/>
              <a:gd name="connsiteX24" fmla="*/ 6733773 w 11869900"/>
              <a:gd name="connsiteY24" fmla="*/ 8151118 h 8151176"/>
              <a:gd name="connsiteX25" fmla="*/ 5807936 w 11869900"/>
              <a:gd name="connsiteY25" fmla="*/ 6544579 h 8151176"/>
              <a:gd name="connsiteX26" fmla="*/ 5338756 w 11869900"/>
              <a:gd name="connsiteY26" fmla="*/ 5654672 h 8151176"/>
              <a:gd name="connsiteX27" fmla="*/ 5310284 w 11869900"/>
              <a:gd name="connsiteY27" fmla="*/ 5597805 h 8151176"/>
              <a:gd name="connsiteX28" fmla="*/ 5250620 w 11869900"/>
              <a:gd name="connsiteY28" fmla="*/ 5668556 h 8151176"/>
              <a:gd name="connsiteX29" fmla="*/ 3699194 w 11869900"/>
              <a:gd name="connsiteY29" fmla="*/ 6418846 h 8151176"/>
              <a:gd name="connsiteX30" fmla="*/ 2637879 w 11869900"/>
              <a:gd name="connsiteY30" fmla="*/ 6291356 h 8151176"/>
              <a:gd name="connsiteX31" fmla="*/ 2589632 w 11869900"/>
              <a:gd name="connsiteY31" fmla="*/ 6275536 h 8151176"/>
              <a:gd name="connsiteX32" fmla="*/ 1721237 w 11869900"/>
              <a:gd name="connsiteY32" fmla="*/ 5877179 h 8151176"/>
              <a:gd name="connsiteX33" fmla="*/ 1693624 w 11869900"/>
              <a:gd name="connsiteY33" fmla="*/ 5861893 h 8151176"/>
              <a:gd name="connsiteX34" fmla="*/ 1083167 w 11869900"/>
              <a:gd name="connsiteY34" fmla="*/ 5459697 h 8151176"/>
              <a:gd name="connsiteX35" fmla="*/ 163654 w 11869900"/>
              <a:gd name="connsiteY35" fmla="*/ 3978739 h 8151176"/>
              <a:gd name="connsiteX36" fmla="*/ 0 w 11869900"/>
              <a:gd name="connsiteY36" fmla="*/ 2737319 h 8151176"/>
              <a:gd name="connsiteX37" fmla="*/ 6135721 w 11869900"/>
              <a:gd name="connsiteY37" fmla="*/ 3671844 h 8151176"/>
              <a:gd name="connsiteX38" fmla="*/ 6082646 w 11869900"/>
              <a:gd name="connsiteY38" fmla="*/ 3636645 h 8151176"/>
              <a:gd name="connsiteX39" fmla="*/ 5748608 w 11869900"/>
              <a:gd name="connsiteY39" fmla="*/ 3240557 h 8151176"/>
              <a:gd name="connsiteX40" fmla="*/ 5336405 w 11869900"/>
              <a:gd name="connsiteY40" fmla="*/ 1785896 h 8151176"/>
              <a:gd name="connsiteX41" fmla="*/ 5037924 w 11869900"/>
              <a:gd name="connsiteY41" fmla="*/ 0 h 815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869900" h="8151176">
                <a:moveTo>
                  <a:pt x="8424792" y="3845749"/>
                </a:moveTo>
                <a:lnTo>
                  <a:pt x="8399003" y="3855364"/>
                </a:lnTo>
                <a:cubicBezTo>
                  <a:pt x="7812519" y="4040476"/>
                  <a:pt x="7191046" y="4038595"/>
                  <a:pt x="6577771" y="3857846"/>
                </a:cubicBezTo>
                <a:cubicBezTo>
                  <a:pt x="6472352" y="3829810"/>
                  <a:pt x="6380751" y="3798795"/>
                  <a:pt x="6299415" y="3762646"/>
                </a:cubicBezTo>
                <a:lnTo>
                  <a:pt x="6188542" y="3706275"/>
                </a:lnTo>
                <a:lnTo>
                  <a:pt x="6190467" y="3723310"/>
                </a:lnTo>
                <a:cubicBezTo>
                  <a:pt x="6191824" y="3907834"/>
                  <a:pt x="5984695" y="4607800"/>
                  <a:pt x="5735909" y="5037955"/>
                </a:cubicBezTo>
                <a:cubicBezTo>
                  <a:pt x="5596598" y="5233528"/>
                  <a:pt x="5474525" y="5398007"/>
                  <a:pt x="5361260" y="5537359"/>
                </a:cubicBezTo>
                <a:lnTo>
                  <a:pt x="5323638" y="5581971"/>
                </a:lnTo>
                <a:close/>
                <a:moveTo>
                  <a:pt x="5608570" y="5179"/>
                </a:moveTo>
                <a:lnTo>
                  <a:pt x="6409836" y="372743"/>
                </a:lnTo>
                <a:lnTo>
                  <a:pt x="6514020" y="983363"/>
                </a:lnTo>
                <a:cubicBezTo>
                  <a:pt x="6586701" y="1741539"/>
                  <a:pt x="6832579" y="2248781"/>
                  <a:pt x="7107623" y="2480738"/>
                </a:cubicBezTo>
                <a:cubicBezTo>
                  <a:pt x="7382668" y="2712696"/>
                  <a:pt x="7992657" y="2706737"/>
                  <a:pt x="8164293" y="2375110"/>
                </a:cubicBezTo>
                <a:cubicBezTo>
                  <a:pt x="8344626" y="2130109"/>
                  <a:pt x="8289123" y="1715190"/>
                  <a:pt x="8265553" y="1292851"/>
                </a:cubicBezTo>
                <a:lnTo>
                  <a:pt x="8263464" y="1223054"/>
                </a:lnTo>
                <a:lnTo>
                  <a:pt x="9590378" y="1831746"/>
                </a:lnTo>
                <a:lnTo>
                  <a:pt x="9589995" y="1895404"/>
                </a:lnTo>
                <a:cubicBezTo>
                  <a:pt x="9576728" y="2441653"/>
                  <a:pt x="9487945" y="2990718"/>
                  <a:pt x="9206096" y="3369647"/>
                </a:cubicBezTo>
                <a:lnTo>
                  <a:pt x="9148225" y="3440725"/>
                </a:lnTo>
                <a:lnTo>
                  <a:pt x="10391039" y="2744919"/>
                </a:lnTo>
                <a:cubicBezTo>
                  <a:pt x="10654569" y="3118859"/>
                  <a:pt x="11237931" y="4055607"/>
                  <a:pt x="11721346" y="4816477"/>
                </a:cubicBezTo>
                <a:lnTo>
                  <a:pt x="11869900" y="5049280"/>
                </a:lnTo>
                <a:lnTo>
                  <a:pt x="11800897" y="5199703"/>
                </a:lnTo>
                <a:lnTo>
                  <a:pt x="6733773" y="8151118"/>
                </a:lnTo>
                <a:cubicBezTo>
                  <a:pt x="6657686" y="8160746"/>
                  <a:pt x="6096506" y="6979034"/>
                  <a:pt x="5807936" y="6544579"/>
                </a:cubicBezTo>
                <a:cubicBezTo>
                  <a:pt x="5599867" y="6171269"/>
                  <a:pt x="5425653" y="5827865"/>
                  <a:pt x="5338756" y="5654672"/>
                </a:cubicBezTo>
                <a:lnTo>
                  <a:pt x="5310284" y="5597805"/>
                </a:lnTo>
                <a:lnTo>
                  <a:pt x="5250620" y="5668556"/>
                </a:lnTo>
                <a:cubicBezTo>
                  <a:pt x="4817305" y="6161607"/>
                  <a:pt x="4479978" y="6284434"/>
                  <a:pt x="3699194" y="6418846"/>
                </a:cubicBezTo>
                <a:cubicBezTo>
                  <a:pt x="3315566" y="6438350"/>
                  <a:pt x="2966967" y="6390018"/>
                  <a:pt x="2637879" y="6291356"/>
                </a:cubicBezTo>
                <a:lnTo>
                  <a:pt x="2589632" y="6275536"/>
                </a:lnTo>
                <a:lnTo>
                  <a:pt x="1721237" y="5877179"/>
                </a:lnTo>
                <a:lnTo>
                  <a:pt x="1693624" y="5861893"/>
                </a:lnTo>
                <a:cubicBezTo>
                  <a:pt x="1489898" y="5740685"/>
                  <a:pt x="1287945" y="5604891"/>
                  <a:pt x="1083167" y="5459697"/>
                </a:cubicBezTo>
                <a:cubicBezTo>
                  <a:pt x="523295" y="4948591"/>
                  <a:pt x="310522" y="4669861"/>
                  <a:pt x="163654" y="3978739"/>
                </a:cubicBezTo>
                <a:cubicBezTo>
                  <a:pt x="50623" y="3585715"/>
                  <a:pt x="38590" y="3224049"/>
                  <a:pt x="0" y="2737319"/>
                </a:cubicBezTo>
                <a:lnTo>
                  <a:pt x="6135721" y="3671844"/>
                </a:lnTo>
                <a:lnTo>
                  <a:pt x="6082646" y="3636645"/>
                </a:lnTo>
                <a:cubicBezTo>
                  <a:pt x="5953927" y="3539506"/>
                  <a:pt x="5852055" y="3413220"/>
                  <a:pt x="5748608" y="3240557"/>
                </a:cubicBezTo>
                <a:cubicBezTo>
                  <a:pt x="5541713" y="2895232"/>
                  <a:pt x="5454852" y="2325989"/>
                  <a:pt x="5336405" y="1785896"/>
                </a:cubicBezTo>
                <a:cubicBezTo>
                  <a:pt x="5217959" y="1245804"/>
                  <a:pt x="5056471" y="357974"/>
                  <a:pt x="5037924" y="0"/>
                </a:cubicBezTo>
                <a:close/>
              </a:path>
            </a:pathLst>
          </a:cu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761403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Statement 3">
    <p:bg>
      <p:bgPr>
        <a:solidFill>
          <a:schemeClr val="accent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6152" y="4739758"/>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F7F5F1"/>
              </a:solidFill>
            </a:endParaRPr>
          </a:p>
        </p:txBody>
      </p:sp>
      <p:sp>
        <p:nvSpPr>
          <p:cNvPr id="10" name="Freeform: Shape 9">
            <a:extLst>
              <a:ext uri="{FF2B5EF4-FFF2-40B4-BE49-F238E27FC236}">
                <a16:creationId xmlns:a16="http://schemas.microsoft.com/office/drawing/2014/main" id="{4C5BA459-736B-9CFC-512A-080623350A39}"/>
              </a:ext>
            </a:extLst>
          </p:cNvPr>
          <p:cNvSpPr/>
          <p:nvPr/>
        </p:nvSpPr>
        <p:spPr>
          <a:xfrm rot="15264538">
            <a:off x="1082711" y="-42791"/>
            <a:ext cx="1043490" cy="1082003"/>
          </a:xfrm>
          <a:custGeom>
            <a:avLst/>
            <a:gdLst>
              <a:gd name="connsiteX0" fmla="*/ 1015265 w 1043490"/>
              <a:gd name="connsiteY0" fmla="*/ 626017 h 1082003"/>
              <a:gd name="connsiteX1" fmla="*/ 937452 w 1043490"/>
              <a:gd name="connsiteY1" fmla="*/ 904879 h 1082003"/>
              <a:gd name="connsiteX2" fmla="*/ 894745 w 1043490"/>
              <a:gd name="connsiteY2" fmla="*/ 906275 h 1082003"/>
              <a:gd name="connsiteX3" fmla="*/ 749105 w 1043490"/>
              <a:gd name="connsiteY3" fmla="*/ 826720 h 1082003"/>
              <a:gd name="connsiteX4" fmla="*/ 723287 w 1043490"/>
              <a:gd name="connsiteY4" fmla="*/ 1033436 h 1082003"/>
              <a:gd name="connsiteX5" fmla="*/ 535208 w 1043490"/>
              <a:gd name="connsiteY5" fmla="*/ 1062954 h 1082003"/>
              <a:gd name="connsiteX6" fmla="*/ 461086 w 1043490"/>
              <a:gd name="connsiteY6" fmla="*/ 911589 h 1082003"/>
              <a:gd name="connsiteX7" fmla="*/ 308965 w 1043490"/>
              <a:gd name="connsiteY7" fmla="*/ 1065206 h 1082003"/>
              <a:gd name="connsiteX8" fmla="*/ 154434 w 1043490"/>
              <a:gd name="connsiteY8" fmla="*/ 914046 h 1082003"/>
              <a:gd name="connsiteX9" fmla="*/ 232675 w 1043490"/>
              <a:gd name="connsiteY9" fmla="*/ 729412 h 1082003"/>
              <a:gd name="connsiteX10" fmla="*/ 58947 w 1043490"/>
              <a:gd name="connsiteY10" fmla="*/ 703238 h 1082003"/>
              <a:gd name="connsiteX11" fmla="*/ 38864 w 1043490"/>
              <a:gd name="connsiteY11" fmla="*/ 502561 h 1082003"/>
              <a:gd name="connsiteX12" fmla="*/ 227406 w 1043490"/>
              <a:gd name="connsiteY12" fmla="*/ 456249 h 1082003"/>
              <a:gd name="connsiteX13" fmla="*/ 109433 w 1043490"/>
              <a:gd name="connsiteY13" fmla="*/ 301401 h 1082003"/>
              <a:gd name="connsiteX14" fmla="*/ 121097 w 1043490"/>
              <a:gd name="connsiteY14" fmla="*/ 174449 h 1082003"/>
              <a:gd name="connsiteX15" fmla="*/ 297087 w 1043490"/>
              <a:gd name="connsiteY15" fmla="*/ 135617 h 1082003"/>
              <a:gd name="connsiteX16" fmla="*/ 433813 w 1043490"/>
              <a:gd name="connsiteY16" fmla="*/ 222712 h 1082003"/>
              <a:gd name="connsiteX17" fmla="*/ 499826 w 1043490"/>
              <a:gd name="connsiteY17" fmla="*/ 40121 h 1082003"/>
              <a:gd name="connsiteX18" fmla="*/ 713870 w 1043490"/>
              <a:gd name="connsiteY18" fmla="*/ 55424 h 1082003"/>
              <a:gd name="connsiteX19" fmla="*/ 733683 w 1043490"/>
              <a:gd name="connsiteY19" fmla="*/ 273744 h 1082003"/>
              <a:gd name="connsiteX20" fmla="*/ 851462 w 1043490"/>
              <a:gd name="connsiteY20" fmla="*/ 170769 h 1082003"/>
              <a:gd name="connsiteX21" fmla="*/ 1038245 w 1043490"/>
              <a:gd name="connsiteY21" fmla="*/ 280606 h 1082003"/>
              <a:gd name="connsiteX22" fmla="*/ 1013858 w 1043490"/>
              <a:gd name="connsiteY22" fmla="*/ 436466 h 1082003"/>
              <a:gd name="connsiteX23" fmla="*/ 922561 w 1043490"/>
              <a:gd name="connsiteY23" fmla="*/ 547712 h 1082003"/>
              <a:gd name="connsiteX24" fmla="*/ 975832 w 1043490"/>
              <a:gd name="connsiteY24" fmla="*/ 587027 h 108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3490" h="1082003">
                <a:moveTo>
                  <a:pt x="1015265" y="626017"/>
                </a:moveTo>
                <a:lnTo>
                  <a:pt x="937452" y="904879"/>
                </a:lnTo>
                <a:lnTo>
                  <a:pt x="894745" y="906275"/>
                </a:lnTo>
                <a:cubicBezTo>
                  <a:pt x="823464" y="904794"/>
                  <a:pt x="807492" y="853358"/>
                  <a:pt x="749105" y="826720"/>
                </a:cubicBezTo>
                <a:cubicBezTo>
                  <a:pt x="753617" y="939221"/>
                  <a:pt x="758816" y="966143"/>
                  <a:pt x="723287" y="1033436"/>
                </a:cubicBezTo>
                <a:cubicBezTo>
                  <a:pt x="696549" y="1082801"/>
                  <a:pt x="569323" y="1097930"/>
                  <a:pt x="535208" y="1062954"/>
                </a:cubicBezTo>
                <a:cubicBezTo>
                  <a:pt x="485554" y="1011924"/>
                  <a:pt x="492244" y="980934"/>
                  <a:pt x="461086" y="911589"/>
                </a:cubicBezTo>
                <a:cubicBezTo>
                  <a:pt x="426014" y="967683"/>
                  <a:pt x="368908" y="1031240"/>
                  <a:pt x="308965" y="1065206"/>
                </a:cubicBezTo>
                <a:cubicBezTo>
                  <a:pt x="233800" y="1110903"/>
                  <a:pt x="153848" y="985607"/>
                  <a:pt x="154434" y="914046"/>
                </a:cubicBezTo>
                <a:cubicBezTo>
                  <a:pt x="173928" y="789624"/>
                  <a:pt x="202223" y="814490"/>
                  <a:pt x="232675" y="729412"/>
                </a:cubicBezTo>
                <a:cubicBezTo>
                  <a:pt x="104568" y="737550"/>
                  <a:pt x="95720" y="721969"/>
                  <a:pt x="58947" y="703238"/>
                </a:cubicBezTo>
                <a:cubicBezTo>
                  <a:pt x="-34081" y="649294"/>
                  <a:pt x="1957" y="547225"/>
                  <a:pt x="38864" y="502561"/>
                </a:cubicBezTo>
                <a:cubicBezTo>
                  <a:pt x="103886" y="464072"/>
                  <a:pt x="124154" y="456361"/>
                  <a:pt x="227406" y="456249"/>
                </a:cubicBezTo>
                <a:cubicBezTo>
                  <a:pt x="144412" y="385427"/>
                  <a:pt x="137791" y="349345"/>
                  <a:pt x="109433" y="301401"/>
                </a:cubicBezTo>
                <a:cubicBezTo>
                  <a:pt x="87537" y="280033"/>
                  <a:pt x="103015" y="209391"/>
                  <a:pt x="121097" y="174449"/>
                </a:cubicBezTo>
                <a:cubicBezTo>
                  <a:pt x="164813" y="125860"/>
                  <a:pt x="258171" y="124789"/>
                  <a:pt x="297087" y="135617"/>
                </a:cubicBezTo>
                <a:cubicBezTo>
                  <a:pt x="387356" y="176060"/>
                  <a:pt x="388237" y="193680"/>
                  <a:pt x="433813" y="222712"/>
                </a:cubicBezTo>
                <a:cubicBezTo>
                  <a:pt x="445185" y="159961"/>
                  <a:pt x="450668" y="94197"/>
                  <a:pt x="499826" y="40121"/>
                </a:cubicBezTo>
                <a:cubicBezTo>
                  <a:pt x="565995" y="-29326"/>
                  <a:pt x="679835" y="1669"/>
                  <a:pt x="713870" y="55424"/>
                </a:cubicBezTo>
                <a:cubicBezTo>
                  <a:pt x="745245" y="136929"/>
                  <a:pt x="742221" y="176527"/>
                  <a:pt x="733683" y="273744"/>
                </a:cubicBezTo>
                <a:cubicBezTo>
                  <a:pt x="777200" y="222341"/>
                  <a:pt x="784283" y="201247"/>
                  <a:pt x="851462" y="170769"/>
                </a:cubicBezTo>
                <a:cubicBezTo>
                  <a:pt x="918642" y="140291"/>
                  <a:pt x="1041539" y="240016"/>
                  <a:pt x="1038245" y="280606"/>
                </a:cubicBezTo>
                <a:cubicBezTo>
                  <a:pt x="1049693" y="332877"/>
                  <a:pt x="1042768" y="380626"/>
                  <a:pt x="1013858" y="436466"/>
                </a:cubicBezTo>
                <a:cubicBezTo>
                  <a:pt x="987425" y="485008"/>
                  <a:pt x="962531" y="503090"/>
                  <a:pt x="922561" y="547712"/>
                </a:cubicBezTo>
                <a:cubicBezTo>
                  <a:pt x="931510" y="552420"/>
                  <a:pt x="952032" y="566989"/>
                  <a:pt x="975832" y="58702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9934195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4">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70B09-708A-C716-C566-245C0FE6BF66}"/>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99617" y="4736505"/>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0" name="Freeform: Shape 19">
            <a:extLst>
              <a:ext uri="{FF2B5EF4-FFF2-40B4-BE49-F238E27FC236}">
                <a16:creationId xmlns:a16="http://schemas.microsoft.com/office/drawing/2014/main" id="{E61F3292-111C-E2F8-FF24-E49D1470767B}"/>
              </a:ext>
            </a:extLst>
          </p:cNvPr>
          <p:cNvSpPr/>
          <p:nvPr/>
        </p:nvSpPr>
        <p:spPr>
          <a:xfrm rot="235225">
            <a:off x="1160881" y="-14733"/>
            <a:ext cx="1073939" cy="938762"/>
          </a:xfrm>
          <a:custGeom>
            <a:avLst/>
            <a:gdLst>
              <a:gd name="connsiteX0" fmla="*/ 116626 w 1073939"/>
              <a:gd name="connsiteY0" fmla="*/ 42474 h 938762"/>
              <a:gd name="connsiteX1" fmla="*/ 360402 w 1073939"/>
              <a:gd name="connsiteY1" fmla="*/ 25768 h 938762"/>
              <a:gd name="connsiteX2" fmla="*/ 382210 w 1073939"/>
              <a:gd name="connsiteY2" fmla="*/ 40203 h 938762"/>
              <a:gd name="connsiteX3" fmla="*/ 433813 w 1073939"/>
              <a:gd name="connsiteY3" fmla="*/ 79471 h 938762"/>
              <a:gd name="connsiteX4" fmla="*/ 445676 w 1073939"/>
              <a:gd name="connsiteY4" fmla="*/ 19924 h 938762"/>
              <a:gd name="connsiteX5" fmla="*/ 736402 w 1073939"/>
              <a:gd name="connsiteY5" fmla="*/ 0 h 938762"/>
              <a:gd name="connsiteX6" fmla="*/ 738744 w 1073939"/>
              <a:gd name="connsiteY6" fmla="*/ 15451 h 938762"/>
              <a:gd name="connsiteX7" fmla="*/ 733683 w 1073939"/>
              <a:gd name="connsiteY7" fmla="*/ 130503 h 938762"/>
              <a:gd name="connsiteX8" fmla="*/ 851462 w 1073939"/>
              <a:gd name="connsiteY8" fmla="*/ 27528 h 938762"/>
              <a:gd name="connsiteX9" fmla="*/ 1038245 w 1073939"/>
              <a:gd name="connsiteY9" fmla="*/ 137365 h 938762"/>
              <a:gd name="connsiteX10" fmla="*/ 1013858 w 1073939"/>
              <a:gd name="connsiteY10" fmla="*/ 293225 h 938762"/>
              <a:gd name="connsiteX11" fmla="*/ 922561 w 1073939"/>
              <a:gd name="connsiteY11" fmla="*/ 404471 h 938762"/>
              <a:gd name="connsiteX12" fmla="*/ 1048772 w 1073939"/>
              <a:gd name="connsiteY12" fmla="*/ 515908 h 938762"/>
              <a:gd name="connsiteX13" fmla="*/ 1063394 w 1073939"/>
              <a:gd name="connsiteY13" fmla="*/ 687772 h 938762"/>
              <a:gd name="connsiteX14" fmla="*/ 894745 w 1073939"/>
              <a:gd name="connsiteY14" fmla="*/ 763034 h 938762"/>
              <a:gd name="connsiteX15" fmla="*/ 749105 w 1073939"/>
              <a:gd name="connsiteY15" fmla="*/ 683479 h 938762"/>
              <a:gd name="connsiteX16" fmla="*/ 723287 w 1073939"/>
              <a:gd name="connsiteY16" fmla="*/ 890195 h 938762"/>
              <a:gd name="connsiteX17" fmla="*/ 535208 w 1073939"/>
              <a:gd name="connsiteY17" fmla="*/ 919713 h 938762"/>
              <a:gd name="connsiteX18" fmla="*/ 461086 w 1073939"/>
              <a:gd name="connsiteY18" fmla="*/ 768348 h 938762"/>
              <a:gd name="connsiteX19" fmla="*/ 308965 w 1073939"/>
              <a:gd name="connsiteY19" fmla="*/ 921964 h 938762"/>
              <a:gd name="connsiteX20" fmla="*/ 154434 w 1073939"/>
              <a:gd name="connsiteY20" fmla="*/ 770805 h 938762"/>
              <a:gd name="connsiteX21" fmla="*/ 232675 w 1073939"/>
              <a:gd name="connsiteY21" fmla="*/ 586171 h 938762"/>
              <a:gd name="connsiteX22" fmla="*/ 58947 w 1073939"/>
              <a:gd name="connsiteY22" fmla="*/ 559997 h 938762"/>
              <a:gd name="connsiteX23" fmla="*/ 38864 w 1073939"/>
              <a:gd name="connsiteY23" fmla="*/ 359320 h 938762"/>
              <a:gd name="connsiteX24" fmla="*/ 227406 w 1073939"/>
              <a:gd name="connsiteY24" fmla="*/ 313008 h 938762"/>
              <a:gd name="connsiteX25" fmla="*/ 109433 w 1073939"/>
              <a:gd name="connsiteY25" fmla="*/ 158160 h 938762"/>
              <a:gd name="connsiteX26" fmla="*/ 108567 w 1073939"/>
              <a:gd name="connsiteY26" fmla="*/ 62781 h 93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3939" h="938762">
                <a:moveTo>
                  <a:pt x="116626" y="42474"/>
                </a:moveTo>
                <a:lnTo>
                  <a:pt x="360402" y="25768"/>
                </a:lnTo>
                <a:lnTo>
                  <a:pt x="382210" y="40203"/>
                </a:lnTo>
                <a:cubicBezTo>
                  <a:pt x="399411" y="53292"/>
                  <a:pt x="411025" y="64955"/>
                  <a:pt x="433813" y="79471"/>
                </a:cubicBezTo>
                <a:lnTo>
                  <a:pt x="445676" y="19924"/>
                </a:lnTo>
                <a:lnTo>
                  <a:pt x="736402" y="0"/>
                </a:lnTo>
                <a:lnTo>
                  <a:pt x="738744" y="15451"/>
                </a:lnTo>
                <a:cubicBezTo>
                  <a:pt x="740843" y="47691"/>
                  <a:pt x="737952" y="81895"/>
                  <a:pt x="733683" y="130503"/>
                </a:cubicBezTo>
                <a:cubicBezTo>
                  <a:pt x="777200" y="79100"/>
                  <a:pt x="784283" y="58006"/>
                  <a:pt x="851462" y="27528"/>
                </a:cubicBezTo>
                <a:cubicBezTo>
                  <a:pt x="918642" y="-2950"/>
                  <a:pt x="1041539" y="96775"/>
                  <a:pt x="1038245" y="137365"/>
                </a:cubicBezTo>
                <a:cubicBezTo>
                  <a:pt x="1049693" y="189636"/>
                  <a:pt x="1042768" y="237385"/>
                  <a:pt x="1013858" y="293225"/>
                </a:cubicBezTo>
                <a:cubicBezTo>
                  <a:pt x="987424" y="341767"/>
                  <a:pt x="962532" y="359849"/>
                  <a:pt x="922561" y="404471"/>
                </a:cubicBezTo>
                <a:cubicBezTo>
                  <a:pt x="940459" y="413886"/>
                  <a:pt x="1004648" y="462749"/>
                  <a:pt x="1048772" y="515908"/>
                </a:cubicBezTo>
                <a:cubicBezTo>
                  <a:pt x="1075775" y="564054"/>
                  <a:pt x="1081693" y="631381"/>
                  <a:pt x="1063394" y="687772"/>
                </a:cubicBezTo>
                <a:cubicBezTo>
                  <a:pt x="1045094" y="744164"/>
                  <a:pt x="943912" y="768662"/>
                  <a:pt x="894745" y="763034"/>
                </a:cubicBezTo>
                <a:cubicBezTo>
                  <a:pt x="823464" y="761553"/>
                  <a:pt x="807492" y="710117"/>
                  <a:pt x="749105" y="683479"/>
                </a:cubicBezTo>
                <a:cubicBezTo>
                  <a:pt x="753617" y="795980"/>
                  <a:pt x="758816" y="822902"/>
                  <a:pt x="723287" y="890195"/>
                </a:cubicBezTo>
                <a:cubicBezTo>
                  <a:pt x="696549" y="939560"/>
                  <a:pt x="569323" y="954689"/>
                  <a:pt x="535208" y="919713"/>
                </a:cubicBezTo>
                <a:cubicBezTo>
                  <a:pt x="485554" y="868683"/>
                  <a:pt x="492244" y="837693"/>
                  <a:pt x="461086" y="768348"/>
                </a:cubicBezTo>
                <a:cubicBezTo>
                  <a:pt x="426014" y="824442"/>
                  <a:pt x="368908" y="887999"/>
                  <a:pt x="308965" y="921964"/>
                </a:cubicBezTo>
                <a:cubicBezTo>
                  <a:pt x="233800" y="967662"/>
                  <a:pt x="153848" y="842366"/>
                  <a:pt x="154434" y="770805"/>
                </a:cubicBezTo>
                <a:cubicBezTo>
                  <a:pt x="173928" y="646383"/>
                  <a:pt x="202223" y="671249"/>
                  <a:pt x="232675" y="586171"/>
                </a:cubicBezTo>
                <a:cubicBezTo>
                  <a:pt x="104568" y="594309"/>
                  <a:pt x="95720" y="578728"/>
                  <a:pt x="58947" y="559997"/>
                </a:cubicBezTo>
                <a:cubicBezTo>
                  <a:pt x="-34081" y="506053"/>
                  <a:pt x="1957" y="403984"/>
                  <a:pt x="38864" y="359320"/>
                </a:cubicBezTo>
                <a:cubicBezTo>
                  <a:pt x="103886" y="320831"/>
                  <a:pt x="124154" y="313120"/>
                  <a:pt x="227406" y="313008"/>
                </a:cubicBezTo>
                <a:cubicBezTo>
                  <a:pt x="144412" y="242186"/>
                  <a:pt x="137791" y="206104"/>
                  <a:pt x="109433" y="158160"/>
                </a:cubicBezTo>
                <a:cubicBezTo>
                  <a:pt x="93011" y="142134"/>
                  <a:pt x="97612" y="98392"/>
                  <a:pt x="108567" y="6278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8786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7CF79DB2-B0CF-4CB1-AE78-9ED1037C015C}" type="slidenum">
              <a:rPr lang="en-US" smtClean="0"/>
              <a:t>‹#›</a:t>
            </a:fld>
            <a:endParaRPr 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1830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2"/>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BCB5BDB0-D09A-3F73-6960-6AAC1562FCCA}"/>
              </a:ext>
            </a:extLst>
          </p:cNvPr>
          <p:cNvSpPr>
            <a:spLocks noGrp="1"/>
          </p:cNvSpPr>
          <p:nvPr>
            <p:ph type="title" hasCustomPrompt="1"/>
          </p:nvPr>
        </p:nvSpPr>
        <p:spPr>
          <a:xfrm>
            <a:off x="699660" y="5587512"/>
            <a:ext cx="6129845" cy="532474"/>
          </a:xfrm>
        </p:spPr>
        <p:txBody>
          <a:bodyPr anchor="ctr"/>
          <a:lstStyle>
            <a:lvl1pPr>
              <a:defRPr sz="1400" b="0" cap="all" spc="100" baseline="0">
                <a:solidFill>
                  <a:schemeClr val="tx2"/>
                </a:solidFill>
                <a:latin typeface="+mn-lt"/>
              </a:defRPr>
            </a:lvl1pPr>
          </a:lstStyle>
          <a:p>
            <a:r>
              <a:rPr lang="en-US" dirty="0"/>
              <a:t>Quote Author</a:t>
            </a:r>
          </a:p>
        </p:txBody>
      </p:sp>
      <p:sp>
        <p:nvSpPr>
          <p:cNvPr id="11" name="Freeform: Shape 10">
            <a:extLst>
              <a:ext uri="{FF2B5EF4-FFF2-40B4-BE49-F238E27FC236}">
                <a16:creationId xmlns:a16="http://schemas.microsoft.com/office/drawing/2014/main" id="{CD083816-EA1D-0185-DCA0-ECFED8A9938E}"/>
              </a:ext>
            </a:extLst>
          </p:cNvPr>
          <p:cNvSpPr/>
          <p:nvPr/>
        </p:nvSpPr>
        <p:spPr>
          <a:xfrm rot="10501542">
            <a:off x="9160369" y="5719090"/>
            <a:ext cx="2294401" cy="1139443"/>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092614 w 2876897"/>
              <a:gd name="connsiteY7" fmla="*/ 514347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10912 w 2876897"/>
              <a:gd name="connsiteY7" fmla="*/ 2380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9963"/>
              <a:gd name="connsiteY0" fmla="*/ 1390335 h 1560220"/>
              <a:gd name="connsiteX1" fmla="*/ 116789 w 2879963"/>
              <a:gd name="connsiteY1" fmla="*/ 590029 h 1560220"/>
              <a:gd name="connsiteX2" fmla="*/ 0 w 2879963"/>
              <a:gd name="connsiteY2" fmla="*/ 83689 h 1560220"/>
              <a:gd name="connsiteX3" fmla="*/ 574390 w 2879963"/>
              <a:gd name="connsiteY3" fmla="*/ 0 h 1560220"/>
              <a:gd name="connsiteX4" fmla="*/ 592822 w 2879963"/>
              <a:gd name="connsiteY4" fmla="*/ 142333 h 1560220"/>
              <a:gd name="connsiteX5" fmla="*/ 1077920 w 2879963"/>
              <a:gd name="connsiteY5" fmla="*/ 764841 h 1560220"/>
              <a:gd name="connsiteX6" fmla="*/ 1776182 w 2879963"/>
              <a:gd name="connsiteY6" fmla="*/ 795583 h 1560220"/>
              <a:gd name="connsiteX7" fmla="*/ 2235096 w 2879963"/>
              <a:gd name="connsiteY7" fmla="*/ 55217 h 1560220"/>
              <a:gd name="connsiteX8" fmla="*/ 2879964 w 2879963"/>
              <a:gd name="connsiteY8" fmla="*/ 112355 h 1560220"/>
              <a:gd name="connsiteX9" fmla="*/ 2084403 w 2879963"/>
              <a:gd name="connsiteY9" fmla="*/ 1412939 h 1560220"/>
              <a:gd name="connsiteX10" fmla="*/ 698505 w 2879963"/>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64" h="1560220">
                <a:moveTo>
                  <a:pt x="698505" y="1390335"/>
                </a:moveTo>
                <a:cubicBezTo>
                  <a:pt x="357807" y="1106069"/>
                  <a:pt x="240687" y="881302"/>
                  <a:pt x="116789" y="590029"/>
                </a:cubicBezTo>
                <a:cubicBezTo>
                  <a:pt x="-7109" y="298756"/>
                  <a:pt x="12108" y="225281"/>
                  <a:pt x="0" y="83689"/>
                </a:cubicBezTo>
                <a:lnTo>
                  <a:pt x="574390" y="0"/>
                </a:lnTo>
                <a:lnTo>
                  <a:pt x="592822" y="142333"/>
                </a:lnTo>
                <a:cubicBezTo>
                  <a:pt x="640270" y="442220"/>
                  <a:pt x="880693" y="655966"/>
                  <a:pt x="1077920" y="764841"/>
                </a:cubicBezTo>
                <a:cubicBezTo>
                  <a:pt x="1275147" y="873716"/>
                  <a:pt x="1565216" y="872706"/>
                  <a:pt x="1776182" y="795583"/>
                </a:cubicBezTo>
                <a:cubicBezTo>
                  <a:pt x="1965014" y="672077"/>
                  <a:pt x="2058528" y="541009"/>
                  <a:pt x="2235096" y="55217"/>
                </a:cubicBezTo>
                <a:lnTo>
                  <a:pt x="2879964" y="112355"/>
                </a:lnTo>
                <a:cubicBezTo>
                  <a:pt x="2857886" y="364855"/>
                  <a:pt x="2709634" y="1124828"/>
                  <a:pt x="2084403" y="1412939"/>
                </a:cubicBezTo>
                <a:cubicBezTo>
                  <a:pt x="1554216" y="1666223"/>
                  <a:pt x="1025448" y="1548465"/>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30B3E6CB-737D-03DC-A25E-FD80772E8B72}"/>
              </a:ext>
            </a:extLst>
          </p:cNvPr>
          <p:cNvSpPr/>
          <p:nvPr/>
        </p:nvSpPr>
        <p:spPr>
          <a:xfrm>
            <a:off x="0" y="1"/>
            <a:ext cx="12192000" cy="5312413"/>
          </a:xfrm>
          <a:custGeom>
            <a:avLst/>
            <a:gdLst>
              <a:gd name="connsiteX0" fmla="*/ 0 w 12192000"/>
              <a:gd name="connsiteY0" fmla="*/ 0 h 5312413"/>
              <a:gd name="connsiteX1" fmla="*/ 12192000 w 12192000"/>
              <a:gd name="connsiteY1" fmla="*/ 0 h 5312413"/>
              <a:gd name="connsiteX2" fmla="*/ 12192000 w 12192000"/>
              <a:gd name="connsiteY2" fmla="*/ 4999420 h 5312413"/>
              <a:gd name="connsiteX3" fmla="*/ 12131431 w 12192000"/>
              <a:gd name="connsiteY3" fmla="*/ 4980907 h 5312413"/>
              <a:gd name="connsiteX4" fmla="*/ 11715832 w 12192000"/>
              <a:gd name="connsiteY4" fmla="*/ 4917306 h 5312413"/>
              <a:gd name="connsiteX5" fmla="*/ 10670046 w 12192000"/>
              <a:gd name="connsiteY5" fmla="*/ 5279613 h 5312413"/>
              <a:gd name="connsiteX6" fmla="*/ 9684228 w 12192000"/>
              <a:gd name="connsiteY6" fmla="*/ 4917306 h 5312413"/>
              <a:gd name="connsiteX7" fmla="*/ 8665096 w 12192000"/>
              <a:gd name="connsiteY7" fmla="*/ 5202087 h 5312413"/>
              <a:gd name="connsiteX8" fmla="*/ 7652624 w 12192000"/>
              <a:gd name="connsiteY8" fmla="*/ 4917306 h 5312413"/>
              <a:gd name="connsiteX9" fmla="*/ 6643485 w 12192000"/>
              <a:gd name="connsiteY9" fmla="*/ 5312413 h 5312413"/>
              <a:gd name="connsiteX10" fmla="*/ 5614806 w 12192000"/>
              <a:gd name="connsiteY10" fmla="*/ 4917306 h 5312413"/>
              <a:gd name="connsiteX11" fmla="*/ 4585678 w 12192000"/>
              <a:gd name="connsiteY11" fmla="*/ 5214014 h 5312413"/>
              <a:gd name="connsiteX12" fmla="*/ 3599272 w 12192000"/>
              <a:gd name="connsiteY12" fmla="*/ 4845898 h 5312413"/>
              <a:gd name="connsiteX13" fmla="*/ 2567400 w 12192000"/>
              <a:gd name="connsiteY13" fmla="*/ 5267687 h 5312413"/>
              <a:gd name="connsiteX14" fmla="*/ 1542964 w 12192000"/>
              <a:gd name="connsiteY14" fmla="*/ 4917461 h 5312413"/>
              <a:gd name="connsiteX15" fmla="*/ 521639 w 12192000"/>
              <a:gd name="connsiteY15" fmla="*/ 5267687 h 5312413"/>
              <a:gd name="connsiteX16" fmla="*/ 33615 w 12192000"/>
              <a:gd name="connsiteY16" fmla="*/ 5192835 h 5312413"/>
              <a:gd name="connsiteX17" fmla="*/ 0 w 12192000"/>
              <a:gd name="connsiteY17" fmla="*/ 5177578 h 53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5312413">
                <a:moveTo>
                  <a:pt x="0" y="0"/>
                </a:moveTo>
                <a:lnTo>
                  <a:pt x="12192000" y="0"/>
                </a:lnTo>
                <a:lnTo>
                  <a:pt x="12192000" y="4999420"/>
                </a:lnTo>
                <a:lnTo>
                  <a:pt x="12131431" y="4980907"/>
                </a:lnTo>
                <a:cubicBezTo>
                  <a:pt x="11997912" y="4943716"/>
                  <a:pt x="11858680" y="4917306"/>
                  <a:pt x="11715832" y="4917306"/>
                </a:cubicBezTo>
                <a:cubicBezTo>
                  <a:pt x="11207936" y="4917306"/>
                  <a:pt x="11177952" y="5279613"/>
                  <a:pt x="10670046" y="5279613"/>
                </a:cubicBezTo>
                <a:cubicBezTo>
                  <a:pt x="10162150" y="5279613"/>
                  <a:pt x="10018386" y="4930227"/>
                  <a:pt x="9684228" y="4917306"/>
                </a:cubicBezTo>
                <a:cubicBezTo>
                  <a:pt x="9350070" y="4904384"/>
                  <a:pt x="9173001" y="5202087"/>
                  <a:pt x="8665096" y="5202087"/>
                </a:cubicBezTo>
                <a:cubicBezTo>
                  <a:pt x="8157199" y="5202087"/>
                  <a:pt x="7989559" y="4898918"/>
                  <a:pt x="7652624" y="4917306"/>
                </a:cubicBezTo>
                <a:cubicBezTo>
                  <a:pt x="7315689" y="4935693"/>
                  <a:pt x="7151391" y="5312413"/>
                  <a:pt x="6643485" y="5312413"/>
                </a:cubicBezTo>
                <a:cubicBezTo>
                  <a:pt x="6303849" y="5312413"/>
                  <a:pt x="5957773" y="4933705"/>
                  <a:pt x="5614806" y="4917306"/>
                </a:cubicBezTo>
                <a:cubicBezTo>
                  <a:pt x="5271839" y="4900906"/>
                  <a:pt x="5093583" y="5214014"/>
                  <a:pt x="4585678" y="5214014"/>
                </a:cubicBezTo>
                <a:cubicBezTo>
                  <a:pt x="4022214" y="5189392"/>
                  <a:pt x="3935652" y="4836953"/>
                  <a:pt x="3599272" y="4845898"/>
                </a:cubicBezTo>
                <a:cubicBezTo>
                  <a:pt x="3262893" y="4854843"/>
                  <a:pt x="2910118" y="5255759"/>
                  <a:pt x="2567400" y="5267687"/>
                </a:cubicBezTo>
                <a:cubicBezTo>
                  <a:pt x="2224683" y="5279614"/>
                  <a:pt x="1922269" y="4954959"/>
                  <a:pt x="1542964" y="4917461"/>
                </a:cubicBezTo>
                <a:cubicBezTo>
                  <a:pt x="955994" y="4944748"/>
                  <a:pt x="1015329" y="5228472"/>
                  <a:pt x="521639" y="5267687"/>
                </a:cubicBezTo>
                <a:cubicBezTo>
                  <a:pt x="331923" y="5282756"/>
                  <a:pt x="171357" y="5247038"/>
                  <a:pt x="33615" y="5192835"/>
                </a:cubicBezTo>
                <a:lnTo>
                  <a:pt x="0" y="5177578"/>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568A80"/>
              </a:solidFill>
            </a:endParaRPr>
          </a:p>
        </p:txBody>
      </p:sp>
      <p:sp>
        <p:nvSpPr>
          <p:cNvPr id="22" name="Content Placeholder 21">
            <a:extLst>
              <a:ext uri="{FF2B5EF4-FFF2-40B4-BE49-F238E27FC236}">
                <a16:creationId xmlns:a16="http://schemas.microsoft.com/office/drawing/2014/main" id="{9B6D7956-58B5-E269-BEEF-AF8BC578A2BA}"/>
              </a:ext>
            </a:extLst>
          </p:cNvPr>
          <p:cNvSpPr>
            <a:spLocks noGrp="1"/>
          </p:cNvSpPr>
          <p:nvPr>
            <p:ph sz="quarter" idx="13" hasCustomPrompt="1"/>
          </p:nvPr>
        </p:nvSpPr>
        <p:spPr>
          <a:xfrm>
            <a:off x="477838" y="630238"/>
            <a:ext cx="7751762" cy="3838602"/>
          </a:xfrm>
        </p:spPr>
        <p:txBody>
          <a:bodyPr anchor="ctr"/>
          <a:lstStyle>
            <a:lvl1pPr marL="0" indent="0">
              <a:lnSpc>
                <a:spcPct val="55000"/>
              </a:lnSpc>
              <a:buNone/>
              <a:defRPr sz="6600" b="1">
                <a:solidFill>
                  <a:schemeClr val="tx2"/>
                </a:solidFill>
                <a:latin typeface="+mj-lt"/>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40358" y="6356350"/>
            <a:ext cx="2066535" cy="365125"/>
          </a:xfrm>
        </p:spPr>
        <p:txBody>
          <a:bodyPr/>
          <a:lstStyle>
            <a:lvl1pPr>
              <a:defRPr>
                <a:solidFill>
                  <a:schemeClr val="tx2"/>
                </a:solidFil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8" name="Group 7">
            <a:extLst>
              <a:ext uri="{FF2B5EF4-FFF2-40B4-BE49-F238E27FC236}">
                <a16:creationId xmlns:a16="http://schemas.microsoft.com/office/drawing/2014/main" id="{D45DE350-66DE-82FB-C8DA-C1854E7422EC}"/>
              </a:ext>
            </a:extLst>
          </p:cNvPr>
          <p:cNvGrpSpPr/>
          <p:nvPr/>
        </p:nvGrpSpPr>
        <p:grpSpPr>
          <a:xfrm rot="11355259">
            <a:off x="9248669" y="363930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BFFE0742-084E-C656-84D3-75743877C7A3}"/>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7A2C09-E261-A0F3-A49F-65FEAC67A852}"/>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8BC90405-B189-EAA9-0A17-3C46AA0BF835}"/>
              </a:ext>
            </a:extLst>
          </p:cNvPr>
          <p:cNvGrpSpPr/>
          <p:nvPr/>
        </p:nvGrpSpPr>
        <p:grpSpPr>
          <a:xfrm flipH="1">
            <a:off x="10024278" y="4946777"/>
            <a:ext cx="637672" cy="341819"/>
            <a:chOff x="5447388" y="3100610"/>
            <a:chExt cx="1500891" cy="804540"/>
          </a:xfrm>
        </p:grpSpPr>
        <p:sp>
          <p:nvSpPr>
            <p:cNvPr id="13" name="Oval 12">
              <a:extLst>
                <a:ext uri="{FF2B5EF4-FFF2-40B4-BE49-F238E27FC236}">
                  <a16:creationId xmlns:a16="http://schemas.microsoft.com/office/drawing/2014/main" id="{8CD69D4C-A711-6F81-062E-EFD3C0A5777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7430E86-E1FE-DF7E-809E-3B87EB6AA00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DC0A57C4-C002-B7E8-16C1-6A4E2C25DA08}"/>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B213CD-0A8E-EE9B-EEC5-F3A7B21B5F24}"/>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6607927F-97EE-4139-3B32-8503DB868E5C}"/>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1124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578F8E5-1278-ED4E-82A7-295E240AA726}"/>
              </a:ext>
            </a:extLst>
          </p:cNvPr>
          <p:cNvSpPr/>
          <p:nvPr/>
        </p:nvSpPr>
        <p:spPr>
          <a:xfrm>
            <a:off x="0" y="5653089"/>
            <a:ext cx="12208212" cy="1231318"/>
          </a:xfrm>
          <a:custGeom>
            <a:avLst/>
            <a:gdLst>
              <a:gd name="connsiteX0" fmla="*/ 5330927 w 12208212"/>
              <a:gd name="connsiteY0" fmla="*/ 0 h 1231318"/>
              <a:gd name="connsiteX1" fmla="*/ 4384533 w 12208212"/>
              <a:gd name="connsiteY1" fmla="*/ 395032 h 1231318"/>
              <a:gd name="connsiteX2" fmla="*/ 3435012 w 12208212"/>
              <a:gd name="connsiteY2" fmla="*/ 110306 h 1231318"/>
              <a:gd name="connsiteX3" fmla="*/ 2479247 w 12208212"/>
              <a:gd name="connsiteY3" fmla="*/ 395032 h 1231318"/>
              <a:gd name="connsiteX4" fmla="*/ 1554722 w 12208212"/>
              <a:gd name="connsiteY4" fmla="*/ 32794 h 1231318"/>
              <a:gd name="connsiteX5" fmla="*/ 573960 w 12208212"/>
              <a:gd name="connsiteY5" fmla="*/ 395032 h 1231318"/>
              <a:gd name="connsiteX6" fmla="*/ 60842 w 12208212"/>
              <a:gd name="connsiteY6" fmla="*/ 291245 h 1231318"/>
              <a:gd name="connsiteX7" fmla="*/ 0 w 12208212"/>
              <a:gd name="connsiteY7" fmla="*/ 268637 h 1231318"/>
              <a:gd name="connsiteX8" fmla="*/ 0 w 12208212"/>
              <a:gd name="connsiteY8" fmla="*/ 638970 h 1231318"/>
              <a:gd name="connsiteX9" fmla="*/ 0 w 12208212"/>
              <a:gd name="connsiteY9" fmla="*/ 860985 h 1231318"/>
              <a:gd name="connsiteX10" fmla="*/ 0 w 12208212"/>
              <a:gd name="connsiteY10" fmla="*/ 1231318 h 1231318"/>
              <a:gd name="connsiteX11" fmla="*/ 12208212 w 12208212"/>
              <a:gd name="connsiteY11" fmla="*/ 1231318 h 1231318"/>
              <a:gd name="connsiteX12" fmla="*/ 12208212 w 12208212"/>
              <a:gd name="connsiteY12" fmla="*/ 860985 h 1231318"/>
              <a:gd name="connsiteX13" fmla="*/ 12208212 w 12208212"/>
              <a:gd name="connsiteY13" fmla="*/ 639601 h 1231318"/>
              <a:gd name="connsiteX14" fmla="*/ 12208212 w 12208212"/>
              <a:gd name="connsiteY14" fmla="*/ 269268 h 1231318"/>
              <a:gd name="connsiteX15" fmla="*/ 12180444 w 12208212"/>
              <a:gd name="connsiteY15" fmla="*/ 316198 h 1231318"/>
              <a:gd name="connsiteX16" fmla="*/ 12024780 w 12208212"/>
              <a:gd name="connsiteY16" fmla="*/ 395032 h 1231318"/>
              <a:gd name="connsiteX17" fmla="*/ 11072138 w 12208212"/>
              <a:gd name="connsiteY17" fmla="*/ 44718 h 1231318"/>
              <a:gd name="connsiteX18" fmla="*/ 10114315 w 12208212"/>
              <a:gd name="connsiteY18" fmla="*/ 394876 h 1231318"/>
              <a:gd name="connsiteX19" fmla="*/ 9153575 w 12208212"/>
              <a:gd name="connsiteY19" fmla="*/ 44718 h 1231318"/>
              <a:gd name="connsiteX20" fmla="*/ 8185861 w 12208212"/>
              <a:gd name="connsiteY20" fmla="*/ 466426 h 1231318"/>
              <a:gd name="connsiteX21" fmla="*/ 7260788 w 12208212"/>
              <a:gd name="connsiteY21" fmla="*/ 98380 h 1231318"/>
              <a:gd name="connsiteX22" fmla="*/ 6295646 w 12208212"/>
              <a:gd name="connsiteY22" fmla="*/ 395032 h 1231318"/>
              <a:gd name="connsiteX23" fmla="*/ 5330927 w 12208212"/>
              <a:gd name="connsiteY23" fmla="*/ 0 h 123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208212" h="1231318">
                <a:moveTo>
                  <a:pt x="5330927" y="0"/>
                </a:moveTo>
                <a:cubicBezTo>
                  <a:pt x="4854601" y="0"/>
                  <a:pt x="4700518" y="376647"/>
                  <a:pt x="4384533" y="395032"/>
                </a:cubicBezTo>
                <a:cubicBezTo>
                  <a:pt x="4068547" y="413416"/>
                  <a:pt x="3911330" y="110306"/>
                  <a:pt x="3435012" y="110306"/>
                </a:cubicBezTo>
                <a:cubicBezTo>
                  <a:pt x="2958688" y="110306"/>
                  <a:pt x="2792628" y="407950"/>
                  <a:pt x="2479247" y="395032"/>
                </a:cubicBezTo>
                <a:cubicBezTo>
                  <a:pt x="2165866" y="382113"/>
                  <a:pt x="2031040" y="32794"/>
                  <a:pt x="1554722" y="32794"/>
                </a:cubicBezTo>
                <a:cubicBezTo>
                  <a:pt x="1078397" y="32794"/>
                  <a:pt x="1050277" y="395032"/>
                  <a:pt x="573960" y="395032"/>
                </a:cubicBezTo>
                <a:cubicBezTo>
                  <a:pt x="395338" y="395032"/>
                  <a:pt x="222746" y="348089"/>
                  <a:pt x="60842" y="291245"/>
                </a:cubicBezTo>
                <a:lnTo>
                  <a:pt x="0" y="268637"/>
                </a:lnTo>
                <a:lnTo>
                  <a:pt x="0" y="638970"/>
                </a:lnTo>
                <a:lnTo>
                  <a:pt x="0" y="860985"/>
                </a:lnTo>
                <a:lnTo>
                  <a:pt x="0" y="1231318"/>
                </a:lnTo>
                <a:lnTo>
                  <a:pt x="12208212" y="1231318"/>
                </a:lnTo>
                <a:lnTo>
                  <a:pt x="12208212" y="860985"/>
                </a:lnTo>
                <a:lnTo>
                  <a:pt x="12208212" y="639601"/>
                </a:lnTo>
                <a:lnTo>
                  <a:pt x="12208212" y="269268"/>
                </a:lnTo>
                <a:lnTo>
                  <a:pt x="12180444" y="316198"/>
                </a:lnTo>
                <a:cubicBezTo>
                  <a:pt x="12147596" y="367407"/>
                  <a:pt x="12099079" y="421126"/>
                  <a:pt x="12024780" y="395032"/>
                </a:cubicBezTo>
                <a:cubicBezTo>
                  <a:pt x="11826650" y="325447"/>
                  <a:pt x="11546591" y="4540"/>
                  <a:pt x="11072138" y="44718"/>
                </a:cubicBezTo>
                <a:cubicBezTo>
                  <a:pt x="10609145" y="83926"/>
                  <a:pt x="10664790" y="367594"/>
                  <a:pt x="10114315" y="394876"/>
                </a:cubicBezTo>
                <a:cubicBezTo>
                  <a:pt x="9758595" y="357385"/>
                  <a:pt x="9474983" y="32793"/>
                  <a:pt x="9153575" y="44718"/>
                </a:cubicBezTo>
                <a:cubicBezTo>
                  <a:pt x="8832166" y="56643"/>
                  <a:pt x="8501325" y="457482"/>
                  <a:pt x="8185861" y="466426"/>
                </a:cubicBezTo>
                <a:cubicBezTo>
                  <a:pt x="7870397" y="475369"/>
                  <a:pt x="7789217" y="122997"/>
                  <a:pt x="7260788" y="98380"/>
                </a:cubicBezTo>
                <a:cubicBezTo>
                  <a:pt x="6784461" y="98380"/>
                  <a:pt x="6617290" y="411428"/>
                  <a:pt x="6295646" y="395032"/>
                </a:cubicBezTo>
                <a:cubicBezTo>
                  <a:pt x="5974003" y="378635"/>
                  <a:pt x="5649446" y="0"/>
                  <a:pt x="5330927"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28">
            <a:extLst>
              <a:ext uri="{FF2B5EF4-FFF2-40B4-BE49-F238E27FC236}">
                <a16:creationId xmlns:a16="http://schemas.microsoft.com/office/drawing/2014/main" id="{7FBAE1D3-F4E8-270C-F10B-768DE66639DE}"/>
              </a:ext>
            </a:extLst>
          </p:cNvPr>
          <p:cNvSpPr/>
          <p:nvPr/>
        </p:nvSpPr>
        <p:spPr>
          <a:xfrm rot="2913124">
            <a:off x="2496581" y="5200785"/>
            <a:ext cx="1722563" cy="17213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2989465"/>
              <a:gd name="connsiteY0" fmla="*/ 1625144 h 3020612"/>
              <a:gd name="connsiteX1" fmla="*/ 453606 w 2989465"/>
              <a:gd name="connsiteY1" fmla="*/ 461249 h 3020612"/>
              <a:gd name="connsiteX2" fmla="*/ 1412722 w 2989465"/>
              <a:gd name="connsiteY2" fmla="*/ 809 h 3020612"/>
              <a:gd name="connsiteX3" fmla="*/ 2634620 w 2989465"/>
              <a:gd name="connsiteY3" fmla="*/ 407064 h 3020612"/>
              <a:gd name="connsiteX4" fmla="*/ 2852381 w 2989465"/>
              <a:gd name="connsiteY4" fmla="*/ 2118839 h 3020612"/>
              <a:gd name="connsiteX5" fmla="*/ 1256935 w 2989465"/>
              <a:gd name="connsiteY5" fmla="*/ 3005639 h 3020612"/>
              <a:gd name="connsiteX6" fmla="*/ 11907 w 2989465"/>
              <a:gd name="connsiteY6" fmla="*/ 1625144 h 3020612"/>
              <a:gd name="connsiteX0" fmla="*/ 11907 w 2987405"/>
              <a:gd name="connsiteY0" fmla="*/ 1624530 h 3019998"/>
              <a:gd name="connsiteX1" fmla="*/ 453606 w 2987405"/>
              <a:gd name="connsiteY1" fmla="*/ 460635 h 3019998"/>
              <a:gd name="connsiteX2" fmla="*/ 1412722 w 2987405"/>
              <a:gd name="connsiteY2" fmla="*/ 195 h 3019998"/>
              <a:gd name="connsiteX3" fmla="*/ 2625597 w 2987405"/>
              <a:gd name="connsiteY3" fmla="*/ 431717 h 3019998"/>
              <a:gd name="connsiteX4" fmla="*/ 2852381 w 2987405"/>
              <a:gd name="connsiteY4" fmla="*/ 2118225 h 3019998"/>
              <a:gd name="connsiteX5" fmla="*/ 1256935 w 2987405"/>
              <a:gd name="connsiteY5" fmla="*/ 3005025 h 3019998"/>
              <a:gd name="connsiteX6" fmla="*/ 11907 w 2987405"/>
              <a:gd name="connsiteY6" fmla="*/ 1624530 h 3019998"/>
              <a:gd name="connsiteX0" fmla="*/ 11907 w 3022164"/>
              <a:gd name="connsiteY0" fmla="*/ 1624548 h 3020016"/>
              <a:gd name="connsiteX1" fmla="*/ 453606 w 3022164"/>
              <a:gd name="connsiteY1" fmla="*/ 460653 h 3020016"/>
              <a:gd name="connsiteX2" fmla="*/ 1412722 w 3022164"/>
              <a:gd name="connsiteY2" fmla="*/ 213 h 3020016"/>
              <a:gd name="connsiteX3" fmla="*/ 2625597 w 3022164"/>
              <a:gd name="connsiteY3" fmla="*/ 431735 h 3020016"/>
              <a:gd name="connsiteX4" fmla="*/ 2852381 w 3022164"/>
              <a:gd name="connsiteY4" fmla="*/ 2118243 h 3020016"/>
              <a:gd name="connsiteX5" fmla="*/ 1256935 w 3022164"/>
              <a:gd name="connsiteY5" fmla="*/ 3005043 h 3020016"/>
              <a:gd name="connsiteX6" fmla="*/ 11907 w 3022164"/>
              <a:gd name="connsiteY6" fmla="*/ 1624548 h 302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2164" h="3020016">
                <a:moveTo>
                  <a:pt x="11907" y="1624548"/>
                </a:moveTo>
                <a:cubicBezTo>
                  <a:pt x="-67795" y="983736"/>
                  <a:pt x="272066" y="723473"/>
                  <a:pt x="453606" y="460653"/>
                </a:cubicBezTo>
                <a:cubicBezTo>
                  <a:pt x="635146" y="197833"/>
                  <a:pt x="1050724" y="5033"/>
                  <a:pt x="1412722" y="213"/>
                </a:cubicBezTo>
                <a:cubicBezTo>
                  <a:pt x="1774720" y="-4607"/>
                  <a:pt x="2233367" y="70533"/>
                  <a:pt x="2625597" y="431735"/>
                </a:cubicBezTo>
                <a:cubicBezTo>
                  <a:pt x="3017827" y="792937"/>
                  <a:pt x="3166661" y="1515813"/>
                  <a:pt x="2852381" y="2118243"/>
                </a:cubicBezTo>
                <a:cubicBezTo>
                  <a:pt x="2409407" y="2835819"/>
                  <a:pt x="1730347" y="3087325"/>
                  <a:pt x="1256935" y="3005043"/>
                </a:cubicBezTo>
                <a:cubicBezTo>
                  <a:pt x="783523" y="2922761"/>
                  <a:pt x="91609" y="2265360"/>
                  <a:pt x="11907" y="16245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8DAAFBF-DC90-5F6C-AAB9-097697784A5C}"/>
              </a:ext>
            </a:extLst>
          </p:cNvPr>
          <p:cNvSpPr/>
          <p:nvPr/>
        </p:nvSpPr>
        <p:spPr>
          <a:xfrm rot="10281995">
            <a:off x="845326" y="4699820"/>
            <a:ext cx="1591046" cy="1484162"/>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3039184" y="4313628"/>
            <a:ext cx="6129845" cy="532474"/>
          </a:xfrm>
        </p:spPr>
        <p:txBody>
          <a:bodyPr anchor="ctr">
            <a:normAutofit/>
          </a:bodyPr>
          <a:lstStyle>
            <a:lvl1pPr algn="ctr">
              <a:defRPr sz="1400" b="0" cap="all" spc="100"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524145" y="1449238"/>
            <a:ext cx="7159923" cy="2600704"/>
          </a:xfrm>
          <a:prstGeom prst="rect">
            <a:avLst/>
          </a:prstGeom>
        </p:spPr>
        <p:txBody>
          <a:bodyPr anchor="ctr">
            <a:normAutofit/>
          </a:bodyPr>
          <a:lstStyle>
            <a:lvl1pPr marL="100584" algn="ctr">
              <a:lnSpc>
                <a:spcPct val="55000"/>
              </a:lnSpc>
              <a:buNone/>
              <a:defRPr sz="6600" b="1">
                <a:solidFill>
                  <a:schemeClr val="tx2"/>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1" name="Group 20">
            <a:extLst>
              <a:ext uri="{FF2B5EF4-FFF2-40B4-BE49-F238E27FC236}">
                <a16:creationId xmlns:a16="http://schemas.microsoft.com/office/drawing/2014/main" id="{FCD05DDD-048A-FF67-6EB6-E2206F4135CF}"/>
              </a:ext>
            </a:extLst>
          </p:cNvPr>
          <p:cNvGrpSpPr/>
          <p:nvPr/>
        </p:nvGrpSpPr>
        <p:grpSpPr>
          <a:xfrm flipH="1">
            <a:off x="1461243" y="5154219"/>
            <a:ext cx="606590" cy="398819"/>
            <a:chOff x="10056508" y="3520306"/>
            <a:chExt cx="713092" cy="468842"/>
          </a:xfrm>
        </p:grpSpPr>
        <p:sp>
          <p:nvSpPr>
            <p:cNvPr id="22" name="Freeform: Shape 11">
              <a:extLst>
                <a:ext uri="{FF2B5EF4-FFF2-40B4-BE49-F238E27FC236}">
                  <a16:creationId xmlns:a16="http://schemas.microsoft.com/office/drawing/2014/main" id="{BFC9C804-0470-89C4-A2E6-115DAFF78AE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3" name="Oval 22">
              <a:extLst>
                <a:ext uri="{FF2B5EF4-FFF2-40B4-BE49-F238E27FC236}">
                  <a16:creationId xmlns:a16="http://schemas.microsoft.com/office/drawing/2014/main" id="{88AE716F-800E-C184-26A7-B496AFB40246}"/>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4" name="Freeform: Shape 13">
              <a:extLst>
                <a:ext uri="{FF2B5EF4-FFF2-40B4-BE49-F238E27FC236}">
                  <a16:creationId xmlns:a16="http://schemas.microsoft.com/office/drawing/2014/main" id="{2FC0FE7E-3BD2-4359-0E7D-193A51635F6A}"/>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5" name="Oval 24">
              <a:extLst>
                <a:ext uri="{FF2B5EF4-FFF2-40B4-BE49-F238E27FC236}">
                  <a16:creationId xmlns:a16="http://schemas.microsoft.com/office/drawing/2014/main" id="{8E14F209-768C-4962-524A-4A03C589345C}"/>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6" name="Freeform: Shape 15">
              <a:extLst>
                <a:ext uri="{FF2B5EF4-FFF2-40B4-BE49-F238E27FC236}">
                  <a16:creationId xmlns:a16="http://schemas.microsoft.com/office/drawing/2014/main" id="{44E55222-CFA2-18A0-9F4D-6A50A3AA72A6}"/>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grpSp>
        <p:nvGrpSpPr>
          <p:cNvPr id="17" name="Group 16">
            <a:extLst>
              <a:ext uri="{FF2B5EF4-FFF2-40B4-BE49-F238E27FC236}">
                <a16:creationId xmlns:a16="http://schemas.microsoft.com/office/drawing/2014/main" id="{FA2A6B88-213F-17CB-9F0E-DD2ACE97A157}"/>
              </a:ext>
            </a:extLst>
          </p:cNvPr>
          <p:cNvGrpSpPr/>
          <p:nvPr/>
        </p:nvGrpSpPr>
        <p:grpSpPr>
          <a:xfrm>
            <a:off x="3028914" y="5877403"/>
            <a:ext cx="672886" cy="425423"/>
            <a:chOff x="1587643" y="384029"/>
            <a:chExt cx="672886" cy="425423"/>
          </a:xfrm>
        </p:grpSpPr>
        <p:grpSp>
          <p:nvGrpSpPr>
            <p:cNvPr id="13" name="Group 12">
              <a:extLst>
                <a:ext uri="{FF2B5EF4-FFF2-40B4-BE49-F238E27FC236}">
                  <a16:creationId xmlns:a16="http://schemas.microsoft.com/office/drawing/2014/main" id="{B51F7737-6F9C-8F71-0041-23F0EEAD7753}"/>
                </a:ext>
              </a:extLst>
            </p:cNvPr>
            <p:cNvGrpSpPr/>
            <p:nvPr/>
          </p:nvGrpSpPr>
          <p:grpSpPr>
            <a:xfrm>
              <a:off x="1587643" y="384029"/>
              <a:ext cx="672886" cy="164624"/>
              <a:chOff x="8663598" y="4719110"/>
              <a:chExt cx="672886" cy="164624"/>
            </a:xfrm>
          </p:grpSpPr>
          <p:sp>
            <p:nvSpPr>
              <p:cNvPr id="14" name="Freeform: Shape 25">
                <a:extLst>
                  <a:ext uri="{FF2B5EF4-FFF2-40B4-BE49-F238E27FC236}">
                    <a16:creationId xmlns:a16="http://schemas.microsoft.com/office/drawing/2014/main" id="{E545FB0B-5129-AC93-9A43-A4ED9DE30950}"/>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6">
                <a:extLst>
                  <a:ext uri="{FF2B5EF4-FFF2-40B4-BE49-F238E27FC236}">
                    <a16:creationId xmlns:a16="http://schemas.microsoft.com/office/drawing/2014/main" id="{304F99FC-8357-82E5-7832-AAD0D99FDC9D}"/>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reeform: Shape 13">
              <a:extLst>
                <a:ext uri="{FF2B5EF4-FFF2-40B4-BE49-F238E27FC236}">
                  <a16:creationId xmlns:a16="http://schemas.microsoft.com/office/drawing/2014/main" id="{88066C6A-F0C9-2A74-7D59-7309FC630D98}"/>
                </a:ext>
              </a:extLst>
            </p:cNvPr>
            <p:cNvSpPr/>
            <p:nvPr/>
          </p:nvSpPr>
          <p:spPr>
            <a:xfrm rot="522784" flipH="1">
              <a:off x="1669377" y="716268"/>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9768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 name="Oval 28">
            <a:extLst>
              <a:ext uri="{FF2B5EF4-FFF2-40B4-BE49-F238E27FC236}">
                <a16:creationId xmlns:a16="http://schemas.microsoft.com/office/drawing/2014/main" id="{03C5E189-8BF3-0B76-6232-C6D6FAAA2120}"/>
              </a:ext>
            </a:extLst>
          </p:cNvPr>
          <p:cNvSpPr/>
          <p:nvPr/>
        </p:nvSpPr>
        <p:spPr>
          <a:xfrm rot="1928485">
            <a:off x="9986315" y="5109220"/>
            <a:ext cx="1775804" cy="176605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777B119-10FB-D68E-C27A-EAC9E36B8099}"/>
              </a:ext>
            </a:extLst>
          </p:cNvPr>
          <p:cNvSpPr/>
          <p:nvPr/>
        </p:nvSpPr>
        <p:spPr>
          <a:xfrm rot="10608452">
            <a:off x="9188726" y="4070527"/>
            <a:ext cx="2133946" cy="106897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Freeform: Shape 9">
            <a:extLst>
              <a:ext uri="{FF2B5EF4-FFF2-40B4-BE49-F238E27FC236}">
                <a16:creationId xmlns:a16="http://schemas.microsoft.com/office/drawing/2014/main" id="{7FE217FE-694C-C374-070B-C1FB101265A5}"/>
              </a:ext>
            </a:extLst>
          </p:cNvPr>
          <p:cNvSpPr/>
          <p:nvPr/>
        </p:nvSpPr>
        <p:spPr>
          <a:xfrm rot="8519121">
            <a:off x="7784028" y="4988068"/>
            <a:ext cx="1793387" cy="156726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97777 w 2972903"/>
              <a:gd name="connsiteY7" fmla="*/ 961152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63632 w 2972903"/>
              <a:gd name="connsiteY5" fmla="*/ 388957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87831"/>
              <a:gd name="connsiteY0" fmla="*/ 1510879 h 1599668"/>
              <a:gd name="connsiteX1" fmla="*/ 463952 w 2987831"/>
              <a:gd name="connsiteY1" fmla="*/ 1281762 h 1599668"/>
              <a:gd name="connsiteX2" fmla="*/ 194856 w 2987831"/>
              <a:gd name="connsiteY2" fmla="*/ 706389 h 1599668"/>
              <a:gd name="connsiteX3" fmla="*/ 0 w 2987831"/>
              <a:gd name="connsiteY3" fmla="*/ 0 h 1599668"/>
              <a:gd name="connsiteX4" fmla="*/ 855425 w 2987831"/>
              <a:gd name="connsiteY4" fmla="*/ 4704 h 1599668"/>
              <a:gd name="connsiteX5" fmla="*/ 932376 w 2987831"/>
              <a:gd name="connsiteY5" fmla="*/ 436719 h 1599668"/>
              <a:gd name="connsiteX6" fmla="*/ 1279048 w 2987831"/>
              <a:gd name="connsiteY6" fmla="*/ 991260 h 1599668"/>
              <a:gd name="connsiteX7" fmla="*/ 1997777 w 2987831"/>
              <a:gd name="connsiteY7" fmla="*/ 961152 h 1599668"/>
              <a:gd name="connsiteX8" fmla="*/ 2107076 w 2987831"/>
              <a:gd name="connsiteY8" fmla="*/ 511371 h 1599668"/>
              <a:gd name="connsiteX9" fmla="*/ 2082107 w 2987831"/>
              <a:gd name="connsiteY9" fmla="*/ 42468 h 1599668"/>
              <a:gd name="connsiteX10" fmla="*/ 2923738 w 2987831"/>
              <a:gd name="connsiteY10" fmla="*/ 67242 h 1599668"/>
              <a:gd name="connsiteX11" fmla="*/ 2568409 w 2987831"/>
              <a:gd name="connsiteY11" fmla="*/ 1426949 h 1599668"/>
              <a:gd name="connsiteX12" fmla="*/ 920639 w 2987831"/>
              <a:gd name="connsiteY12" fmla="*/ 1510879 h 1599668"/>
              <a:gd name="connsiteX0" fmla="*/ 920639 w 2967543"/>
              <a:gd name="connsiteY0" fmla="*/ 1510879 h 1599668"/>
              <a:gd name="connsiteX1" fmla="*/ 463952 w 2967543"/>
              <a:gd name="connsiteY1" fmla="*/ 1281762 h 1599668"/>
              <a:gd name="connsiteX2" fmla="*/ 194856 w 2967543"/>
              <a:gd name="connsiteY2" fmla="*/ 706389 h 1599668"/>
              <a:gd name="connsiteX3" fmla="*/ 0 w 2967543"/>
              <a:gd name="connsiteY3" fmla="*/ 0 h 1599668"/>
              <a:gd name="connsiteX4" fmla="*/ 855425 w 2967543"/>
              <a:gd name="connsiteY4" fmla="*/ 4704 h 1599668"/>
              <a:gd name="connsiteX5" fmla="*/ 932376 w 2967543"/>
              <a:gd name="connsiteY5" fmla="*/ 436719 h 1599668"/>
              <a:gd name="connsiteX6" fmla="*/ 1279048 w 2967543"/>
              <a:gd name="connsiteY6" fmla="*/ 991260 h 1599668"/>
              <a:gd name="connsiteX7" fmla="*/ 1997777 w 2967543"/>
              <a:gd name="connsiteY7" fmla="*/ 961152 h 1599668"/>
              <a:gd name="connsiteX8" fmla="*/ 2107076 w 2967543"/>
              <a:gd name="connsiteY8" fmla="*/ 511371 h 1599668"/>
              <a:gd name="connsiteX9" fmla="*/ 2082107 w 2967543"/>
              <a:gd name="connsiteY9" fmla="*/ 42468 h 1599668"/>
              <a:gd name="connsiteX10" fmla="*/ 2923738 w 2967543"/>
              <a:gd name="connsiteY10" fmla="*/ 67242 h 1599668"/>
              <a:gd name="connsiteX11" fmla="*/ 2568409 w 2967543"/>
              <a:gd name="connsiteY11" fmla="*/ 1426949 h 1599668"/>
              <a:gd name="connsiteX12" fmla="*/ 920639 w 2967543"/>
              <a:gd name="connsiteY12" fmla="*/ 1510879 h 1599668"/>
              <a:gd name="connsiteX0" fmla="*/ 855485 w 2902389"/>
              <a:gd name="connsiteY0" fmla="*/ 1510299 h 1599088"/>
              <a:gd name="connsiteX1" fmla="*/ 398798 w 2902389"/>
              <a:gd name="connsiteY1" fmla="*/ 1281182 h 1599088"/>
              <a:gd name="connsiteX2" fmla="*/ 129702 w 2902389"/>
              <a:gd name="connsiteY2" fmla="*/ 705809 h 1599088"/>
              <a:gd name="connsiteX3" fmla="*/ 0 w 2902389"/>
              <a:gd name="connsiteY3" fmla="*/ 0 h 1599088"/>
              <a:gd name="connsiteX4" fmla="*/ 790271 w 2902389"/>
              <a:gd name="connsiteY4" fmla="*/ 4124 h 1599088"/>
              <a:gd name="connsiteX5" fmla="*/ 867222 w 2902389"/>
              <a:gd name="connsiteY5" fmla="*/ 436139 h 1599088"/>
              <a:gd name="connsiteX6" fmla="*/ 1213894 w 2902389"/>
              <a:gd name="connsiteY6" fmla="*/ 990680 h 1599088"/>
              <a:gd name="connsiteX7" fmla="*/ 1932623 w 2902389"/>
              <a:gd name="connsiteY7" fmla="*/ 960572 h 1599088"/>
              <a:gd name="connsiteX8" fmla="*/ 2041922 w 2902389"/>
              <a:gd name="connsiteY8" fmla="*/ 510791 h 1599088"/>
              <a:gd name="connsiteX9" fmla="*/ 2016953 w 2902389"/>
              <a:gd name="connsiteY9" fmla="*/ 41888 h 1599088"/>
              <a:gd name="connsiteX10" fmla="*/ 2858584 w 2902389"/>
              <a:gd name="connsiteY10" fmla="*/ 66662 h 1599088"/>
              <a:gd name="connsiteX11" fmla="*/ 2503255 w 2902389"/>
              <a:gd name="connsiteY11" fmla="*/ 1426369 h 1599088"/>
              <a:gd name="connsiteX12" fmla="*/ 855485 w 2902389"/>
              <a:gd name="connsiteY12" fmla="*/ 1510299 h 1599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389" h="1599088">
                <a:moveTo>
                  <a:pt x="855485" y="1510299"/>
                </a:moveTo>
                <a:cubicBezTo>
                  <a:pt x="580205" y="1465942"/>
                  <a:pt x="519762" y="1415264"/>
                  <a:pt x="398798" y="1281182"/>
                </a:cubicBezTo>
                <a:cubicBezTo>
                  <a:pt x="277834" y="1147100"/>
                  <a:pt x="196168" y="919339"/>
                  <a:pt x="129702" y="705809"/>
                </a:cubicBezTo>
                <a:cubicBezTo>
                  <a:pt x="63236" y="492279"/>
                  <a:pt x="12108" y="141592"/>
                  <a:pt x="0" y="0"/>
                </a:cubicBezTo>
                <a:lnTo>
                  <a:pt x="790271" y="4124"/>
                </a:lnTo>
                <a:lnTo>
                  <a:pt x="867222" y="436139"/>
                </a:lnTo>
                <a:cubicBezTo>
                  <a:pt x="946842" y="815614"/>
                  <a:pt x="977245" y="879112"/>
                  <a:pt x="1213894" y="990680"/>
                </a:cubicBezTo>
                <a:cubicBezTo>
                  <a:pt x="1450543" y="1102248"/>
                  <a:pt x="1721657" y="1037695"/>
                  <a:pt x="1932623" y="960572"/>
                </a:cubicBezTo>
                <a:cubicBezTo>
                  <a:pt x="2050349" y="863665"/>
                  <a:pt x="2057309" y="677842"/>
                  <a:pt x="2041922" y="510791"/>
                </a:cubicBezTo>
                <a:cubicBezTo>
                  <a:pt x="2031597" y="322753"/>
                  <a:pt x="2033048" y="182513"/>
                  <a:pt x="2016953" y="41888"/>
                </a:cubicBezTo>
                <a:lnTo>
                  <a:pt x="2858584" y="66662"/>
                </a:lnTo>
                <a:cubicBezTo>
                  <a:pt x="2873876" y="362196"/>
                  <a:pt x="3065950" y="1176592"/>
                  <a:pt x="2503255" y="1426369"/>
                </a:cubicBezTo>
                <a:cubicBezTo>
                  <a:pt x="1973068" y="1679653"/>
                  <a:pt x="1389300" y="1605623"/>
                  <a:pt x="855485" y="1510299"/>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2FA1521E-E13A-82AE-BC1A-6E6E109E0C44}"/>
              </a:ext>
            </a:extLst>
          </p:cNvPr>
          <p:cNvGrpSpPr/>
          <p:nvPr/>
        </p:nvGrpSpPr>
        <p:grpSpPr>
          <a:xfrm flipH="1">
            <a:off x="9646546" y="4362714"/>
            <a:ext cx="582025" cy="477440"/>
            <a:chOff x="7519962" y="3090708"/>
            <a:chExt cx="619238" cy="507966"/>
          </a:xfrm>
        </p:grpSpPr>
        <p:sp>
          <p:nvSpPr>
            <p:cNvPr id="25" name="Freeform: Shape 24">
              <a:extLst>
                <a:ext uri="{FF2B5EF4-FFF2-40B4-BE49-F238E27FC236}">
                  <a16:creationId xmlns:a16="http://schemas.microsoft.com/office/drawing/2014/main" id="{9BEC9D80-55EB-06E1-773F-BD3EAE5F99ED}"/>
                </a:ext>
              </a:extLst>
            </p:cNvPr>
            <p:cNvSpPr/>
            <p:nvPr/>
          </p:nvSpPr>
          <p:spPr>
            <a:xfrm>
              <a:off x="7688803" y="3495020"/>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B4723AE0-F2B4-B8C7-4BE0-C1969A7A0B72}"/>
                </a:ext>
              </a:extLst>
            </p:cNvPr>
            <p:cNvGrpSpPr/>
            <p:nvPr/>
          </p:nvGrpSpPr>
          <p:grpSpPr>
            <a:xfrm>
              <a:off x="7519962" y="3090708"/>
              <a:ext cx="619238" cy="312906"/>
              <a:chOff x="1162566" y="1754387"/>
              <a:chExt cx="619238" cy="312906"/>
            </a:xfrm>
          </p:grpSpPr>
          <p:sp>
            <p:nvSpPr>
              <p:cNvPr id="27" name="Oval 26">
                <a:extLst>
                  <a:ext uri="{FF2B5EF4-FFF2-40B4-BE49-F238E27FC236}">
                    <a16:creationId xmlns:a16="http://schemas.microsoft.com/office/drawing/2014/main" id="{6C251ADB-ACE1-0F8A-47DD-E19825AD8A7C}"/>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20C2B6A1-5242-0B1E-2F94-C944F1E17B0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9F46D0B5-95A8-D5A4-4146-D85F49CD91D3}"/>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BCC4E26-745E-C4B4-C92B-09B17FE8731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nvGrpSpPr>
          <p:cNvPr id="31" name="Group 30">
            <a:extLst>
              <a:ext uri="{FF2B5EF4-FFF2-40B4-BE49-F238E27FC236}">
                <a16:creationId xmlns:a16="http://schemas.microsoft.com/office/drawing/2014/main" id="{05259DAA-88D3-8B12-1DF3-347F11045499}"/>
              </a:ext>
            </a:extLst>
          </p:cNvPr>
          <p:cNvGrpSpPr/>
          <p:nvPr/>
        </p:nvGrpSpPr>
        <p:grpSpPr>
          <a:xfrm>
            <a:off x="10570936" y="5797171"/>
            <a:ext cx="606561" cy="138637"/>
            <a:chOff x="10558231" y="7375699"/>
            <a:chExt cx="606561" cy="138637"/>
          </a:xfrm>
        </p:grpSpPr>
        <p:sp>
          <p:nvSpPr>
            <p:cNvPr id="36" name="Freeform: Shape 35">
              <a:extLst>
                <a:ext uri="{FF2B5EF4-FFF2-40B4-BE49-F238E27FC236}">
                  <a16:creationId xmlns:a16="http://schemas.microsoft.com/office/drawing/2014/main" id="{82D578FD-1509-3E95-3FA7-2C2CBE8405BE}"/>
                </a:ext>
              </a:extLst>
            </p:cNvPr>
            <p:cNvSpPr/>
            <p:nvPr/>
          </p:nvSpPr>
          <p:spPr>
            <a:xfrm rot="5636109">
              <a:off x="10996826" y="7335793"/>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A1709802-02C6-7151-BFEA-0FD337626468}"/>
                </a:ext>
              </a:extLst>
            </p:cNvPr>
            <p:cNvSpPr/>
            <p:nvPr/>
          </p:nvSpPr>
          <p:spPr>
            <a:xfrm rot="15963891" flipH="1">
              <a:off x="10598137" y="7346370"/>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reeform: Shape 27">
            <a:extLst>
              <a:ext uri="{FF2B5EF4-FFF2-40B4-BE49-F238E27FC236}">
                <a16:creationId xmlns:a16="http://schemas.microsoft.com/office/drawing/2014/main" id="{CB987A4A-FBA2-4D63-E7BD-1F5919B43EC1}"/>
              </a:ext>
            </a:extLst>
          </p:cNvPr>
          <p:cNvSpPr/>
          <p:nvPr/>
        </p:nvSpPr>
        <p:spPr>
          <a:xfrm flipH="1">
            <a:off x="10844355" y="60982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1600" b="0" cap="all" baseline="0">
                <a:solidFill>
                  <a:schemeClr val="accent3">
                    <a:lumMod val="75000"/>
                  </a:schemeClr>
                </a:solidFill>
                <a:latin typeface="+mn-lt"/>
              </a:defRPr>
            </a:lvl1pPr>
          </a:lstStyle>
          <a:p>
            <a:r>
              <a:rPr lang="en-US" dirty="0"/>
              <a:t>Quote Author</a:t>
            </a:r>
          </a:p>
        </p:txBody>
      </p:sp>
      <p:sp>
        <p:nvSpPr>
          <p:cNvPr id="13" name="Content Placeholder 12">
            <a:extLst>
              <a:ext uri="{FF2B5EF4-FFF2-40B4-BE49-F238E27FC236}">
                <a16:creationId xmlns:a16="http://schemas.microsoft.com/office/drawing/2014/main" id="{E924EA39-00C8-FFB6-1968-1B867DB53B91}"/>
              </a:ext>
            </a:extLst>
          </p:cNvPr>
          <p:cNvSpPr>
            <a:spLocks noGrp="1"/>
          </p:cNvSpPr>
          <p:nvPr>
            <p:ph sz="quarter" idx="13" hasCustomPrompt="1"/>
          </p:nvPr>
        </p:nvSpPr>
        <p:spPr>
          <a:xfrm>
            <a:off x="685802" y="932766"/>
            <a:ext cx="7380196" cy="3644128"/>
          </a:xfrm>
        </p:spPr>
        <p:txBody>
          <a:bodyPr/>
          <a:lstStyle>
            <a:lvl1pPr marL="0" indent="0">
              <a:lnSpc>
                <a:spcPct val="100000"/>
              </a:lnSpc>
              <a:buNone/>
              <a:defRPr sz="4600">
                <a:solidFill>
                  <a:schemeClr val="accent3">
                    <a:lumMod val="75000"/>
                  </a:schemeClr>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76430" y="6356350"/>
            <a:ext cx="2066535" cy="365125"/>
          </a:xfrm>
        </p:spPr>
        <p:txBody>
          <a:bodyPr/>
          <a:lstStyle>
            <a:lvl1pPr>
              <a:defRPr>
                <a:solidFill>
                  <a:schemeClr val="accent3">
                    <a:lumMod val="75000"/>
                  </a:schemeClr>
                </a:solidFil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1399546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459363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CD61C25-A250-14F5-6715-1F197E686100}"/>
              </a:ext>
            </a:extLst>
          </p:cNvPr>
          <p:cNvSpPr>
            <a:spLocks noGrp="1"/>
          </p:cNvSpPr>
          <p:nvPr>
            <p:ph type="title"/>
          </p:nvPr>
        </p:nvSpPr>
        <p:spPr>
          <a:xfrm>
            <a:off x="6787693" y="4477109"/>
            <a:ext cx="4589254" cy="179977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2CA42EA1-4EDC-E831-A20C-E2DE1B023614}"/>
              </a:ext>
            </a:extLst>
          </p:cNvPr>
          <p:cNvSpPr>
            <a:spLocks noGrp="1"/>
          </p:cNvSpPr>
          <p:nvPr>
            <p:ph sz="quarter" idx="13" hasCustomPrompt="1"/>
          </p:nvPr>
        </p:nvSpPr>
        <p:spPr>
          <a:xfrm>
            <a:off x="560388" y="457200"/>
            <a:ext cx="9990137" cy="3873500"/>
          </a:xfrm>
        </p:spPr>
        <p:txBody>
          <a:bodyPr anchor="ctr"/>
          <a:lstStyle>
            <a:lvl1pPr>
              <a:lnSpc>
                <a:spcPct val="55000"/>
              </a:lnSpc>
              <a:buNone/>
              <a:defRPr sz="344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787694" y="6356350"/>
            <a:ext cx="2217759"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32" name="Freeform: Shape 31">
            <a:extLst>
              <a:ext uri="{FF2B5EF4-FFF2-40B4-BE49-F238E27FC236}">
                <a16:creationId xmlns:a16="http://schemas.microsoft.com/office/drawing/2014/main" id="{D2A36669-AF62-49D4-9157-AACA2436AF3C}"/>
              </a:ext>
            </a:extLst>
          </p:cNvPr>
          <p:cNvSpPr/>
          <p:nvPr/>
        </p:nvSpPr>
        <p:spPr>
          <a:xfrm rot="20301122" flipH="1" flipV="1">
            <a:off x="-106280" y="5181219"/>
            <a:ext cx="2351416" cy="1276499"/>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33" name="Freeform: Shape 32">
            <a:extLst>
              <a:ext uri="{FF2B5EF4-FFF2-40B4-BE49-F238E27FC236}">
                <a16:creationId xmlns:a16="http://schemas.microsoft.com/office/drawing/2014/main" id="{BE272944-ED97-968E-0B55-05AF88DF54A5}"/>
              </a:ext>
            </a:extLst>
          </p:cNvPr>
          <p:cNvSpPr/>
          <p:nvPr/>
        </p:nvSpPr>
        <p:spPr>
          <a:xfrm rot="17412478">
            <a:off x="1996567" y="5072721"/>
            <a:ext cx="2002113" cy="119277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8" name="Group 37">
            <a:extLst>
              <a:ext uri="{FF2B5EF4-FFF2-40B4-BE49-F238E27FC236}">
                <a16:creationId xmlns:a16="http://schemas.microsoft.com/office/drawing/2014/main" id="{67980FCB-C188-C0F2-BD48-EA1E45BBE810}"/>
              </a:ext>
            </a:extLst>
          </p:cNvPr>
          <p:cNvGrpSpPr/>
          <p:nvPr/>
        </p:nvGrpSpPr>
        <p:grpSpPr>
          <a:xfrm rot="20683546">
            <a:off x="770359" y="5653154"/>
            <a:ext cx="688256" cy="306609"/>
            <a:chOff x="10096975" y="5939226"/>
            <a:chExt cx="929806" cy="414217"/>
          </a:xfrm>
        </p:grpSpPr>
        <p:sp>
          <p:nvSpPr>
            <p:cNvPr id="39" name="Freeform: Shape 38">
              <a:extLst>
                <a:ext uri="{FF2B5EF4-FFF2-40B4-BE49-F238E27FC236}">
                  <a16:creationId xmlns:a16="http://schemas.microsoft.com/office/drawing/2014/main" id="{71C5F515-58B5-8EAA-AC0B-A2041CE64BD8}"/>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7C405E9A-0101-84D8-E976-3C9C1B6C2327}"/>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A8C5803-1C20-1A88-7388-CC8A7EAF2A4E}"/>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D6F07AD-DE95-4886-CD8E-B7A64D33F5F9}"/>
              </a:ext>
            </a:extLst>
          </p:cNvPr>
          <p:cNvGrpSpPr/>
          <p:nvPr/>
        </p:nvGrpSpPr>
        <p:grpSpPr>
          <a:xfrm rot="885651">
            <a:off x="2678787" y="5206084"/>
            <a:ext cx="637672" cy="341819"/>
            <a:chOff x="5447388" y="3100610"/>
            <a:chExt cx="1500891" cy="804540"/>
          </a:xfrm>
        </p:grpSpPr>
        <p:sp>
          <p:nvSpPr>
            <p:cNvPr id="43" name="Oval 42">
              <a:extLst>
                <a:ext uri="{FF2B5EF4-FFF2-40B4-BE49-F238E27FC236}">
                  <a16:creationId xmlns:a16="http://schemas.microsoft.com/office/drawing/2014/main" id="{6845C6C8-3B01-B29B-6F6B-8C02F09196DA}"/>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0242C52-A351-6F7A-98B3-E50A346F1560}"/>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Oval 44">
              <a:extLst>
                <a:ext uri="{FF2B5EF4-FFF2-40B4-BE49-F238E27FC236}">
                  <a16:creationId xmlns:a16="http://schemas.microsoft.com/office/drawing/2014/main" id="{F10C964C-969E-B92D-C92A-A351F0A85E7D}"/>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9B10AB3B-1852-D4D8-BBB8-B346779CCD5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B791C65B-2C39-6689-EB0C-E42F7B645F5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Star: 7 Points 2">
            <a:extLst>
              <a:ext uri="{FF2B5EF4-FFF2-40B4-BE49-F238E27FC236}">
                <a16:creationId xmlns:a16="http://schemas.microsoft.com/office/drawing/2014/main" id="{817FE111-7A52-9D2C-E143-C91373B44373}"/>
              </a:ext>
            </a:extLst>
          </p:cNvPr>
          <p:cNvSpPr/>
          <p:nvPr/>
        </p:nvSpPr>
        <p:spPr>
          <a:xfrm rot="18062601">
            <a:off x="3584307" y="4964022"/>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49F4CA9E-9512-BD7B-9941-4FA88B9FFFC0}"/>
              </a:ext>
            </a:extLst>
          </p:cNvPr>
          <p:cNvGrpSpPr/>
          <p:nvPr/>
        </p:nvGrpSpPr>
        <p:grpSpPr>
          <a:xfrm>
            <a:off x="4209811" y="5726212"/>
            <a:ext cx="689925" cy="312906"/>
            <a:chOff x="1162566" y="1754387"/>
            <a:chExt cx="689925" cy="312906"/>
          </a:xfrm>
        </p:grpSpPr>
        <p:sp>
          <p:nvSpPr>
            <p:cNvPr id="50" name="Oval 49">
              <a:extLst>
                <a:ext uri="{FF2B5EF4-FFF2-40B4-BE49-F238E27FC236}">
                  <a16:creationId xmlns:a16="http://schemas.microsoft.com/office/drawing/2014/main" id="{430746BE-A786-4974-770A-411E83EFA822}"/>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D38301A-EA14-C410-9099-41038AB137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Oval 51">
              <a:extLst>
                <a:ext uri="{FF2B5EF4-FFF2-40B4-BE49-F238E27FC236}">
                  <a16:creationId xmlns:a16="http://schemas.microsoft.com/office/drawing/2014/main" id="{BEC72C60-E15A-59E7-F036-FF5E1AD481F3}"/>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3D9A1378-E67C-F82E-DA75-E668A0902C9D}"/>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54" name="Oval 53">
            <a:extLst>
              <a:ext uri="{FF2B5EF4-FFF2-40B4-BE49-F238E27FC236}">
                <a16:creationId xmlns:a16="http://schemas.microsoft.com/office/drawing/2014/main" id="{AA6A1D7D-3A90-562F-71AB-91511879B758}"/>
              </a:ext>
            </a:extLst>
          </p:cNvPr>
          <p:cNvSpPr/>
          <p:nvPr/>
        </p:nvSpPr>
        <p:spPr>
          <a:xfrm rot="5784107">
            <a:off x="4490879" y="6101008"/>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5007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7D3FBE9-AFD0-F07B-C213-95A85B23803F}"/>
              </a:ext>
            </a:extLst>
          </p:cNvPr>
          <p:cNvSpPr/>
          <p:nvPr/>
        </p:nvSpPr>
        <p:spPr>
          <a:xfrm flipH="1">
            <a:off x="-222222" y="4106519"/>
            <a:ext cx="12414222" cy="2751481"/>
          </a:xfrm>
          <a:custGeom>
            <a:avLst/>
            <a:gdLst>
              <a:gd name="connsiteX0" fmla="*/ 5356688 w 12414222"/>
              <a:gd name="connsiteY0" fmla="*/ 0 h 2751481"/>
              <a:gd name="connsiteX1" fmla="*/ 4405720 w 12414222"/>
              <a:gd name="connsiteY1" fmla="*/ 395032 h 2751481"/>
              <a:gd name="connsiteX2" fmla="*/ 3451612 w 12414222"/>
              <a:gd name="connsiteY2" fmla="*/ 110306 h 2751481"/>
              <a:gd name="connsiteX3" fmla="*/ 2491227 w 12414222"/>
              <a:gd name="connsiteY3" fmla="*/ 395032 h 2751481"/>
              <a:gd name="connsiteX4" fmla="*/ 1562236 w 12414222"/>
              <a:gd name="connsiteY4" fmla="*/ 32794 h 2751481"/>
              <a:gd name="connsiteX5" fmla="*/ 576734 w 12414222"/>
              <a:gd name="connsiteY5" fmla="*/ 395032 h 2751481"/>
              <a:gd name="connsiteX6" fmla="*/ 61136 w 12414222"/>
              <a:gd name="connsiteY6" fmla="*/ 291245 h 2751481"/>
              <a:gd name="connsiteX7" fmla="*/ 0 w 12414222"/>
              <a:gd name="connsiteY7" fmla="*/ 268637 h 2751481"/>
              <a:gd name="connsiteX8" fmla="*/ 0 w 12414222"/>
              <a:gd name="connsiteY8" fmla="*/ 2751481 h 2751481"/>
              <a:gd name="connsiteX9" fmla="*/ 12414222 w 12414222"/>
              <a:gd name="connsiteY9" fmla="*/ 2751481 h 2751481"/>
              <a:gd name="connsiteX10" fmla="*/ 12320170 w 12414222"/>
              <a:gd name="connsiteY10" fmla="*/ 462224 h 2751481"/>
              <a:gd name="connsiteX11" fmla="*/ 12082890 w 12414222"/>
              <a:gd name="connsiteY11" fmla="*/ 395032 h 2751481"/>
              <a:gd name="connsiteX12" fmla="*/ 11125644 w 12414222"/>
              <a:gd name="connsiteY12" fmla="*/ 44718 h 2751481"/>
              <a:gd name="connsiteX13" fmla="*/ 10163193 w 12414222"/>
              <a:gd name="connsiteY13" fmla="*/ 394876 h 2751481"/>
              <a:gd name="connsiteX14" fmla="*/ 9197809 w 12414222"/>
              <a:gd name="connsiteY14" fmla="*/ 44718 h 2751481"/>
              <a:gd name="connsiteX15" fmla="*/ 8225419 w 12414222"/>
              <a:gd name="connsiteY15" fmla="*/ 466426 h 2751481"/>
              <a:gd name="connsiteX16" fmla="*/ 7295875 w 12414222"/>
              <a:gd name="connsiteY16" fmla="*/ 98380 h 2751481"/>
              <a:gd name="connsiteX17" fmla="*/ 6326070 w 12414222"/>
              <a:gd name="connsiteY17" fmla="*/ 395032 h 2751481"/>
              <a:gd name="connsiteX18" fmla="*/ 5356688 w 12414222"/>
              <a:gd name="connsiteY18" fmla="*/ 0 h 275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14222" h="2751481">
                <a:moveTo>
                  <a:pt x="5356688" y="0"/>
                </a:moveTo>
                <a:cubicBezTo>
                  <a:pt x="4878060" y="0"/>
                  <a:pt x="4723233" y="376647"/>
                  <a:pt x="4405720" y="395032"/>
                </a:cubicBezTo>
                <a:cubicBezTo>
                  <a:pt x="4088208" y="413416"/>
                  <a:pt x="3930231" y="110306"/>
                  <a:pt x="3451612" y="110306"/>
                </a:cubicBezTo>
                <a:cubicBezTo>
                  <a:pt x="2972985" y="110306"/>
                  <a:pt x="2806123" y="407950"/>
                  <a:pt x="2491227" y="395032"/>
                </a:cubicBezTo>
                <a:cubicBezTo>
                  <a:pt x="2176332" y="382113"/>
                  <a:pt x="2040855" y="32794"/>
                  <a:pt x="1562236" y="32794"/>
                </a:cubicBezTo>
                <a:cubicBezTo>
                  <a:pt x="1083608" y="32794"/>
                  <a:pt x="1055352" y="395032"/>
                  <a:pt x="576734" y="395032"/>
                </a:cubicBezTo>
                <a:cubicBezTo>
                  <a:pt x="397249" y="395032"/>
                  <a:pt x="223823" y="348089"/>
                  <a:pt x="61136" y="291245"/>
                </a:cubicBezTo>
                <a:lnTo>
                  <a:pt x="0" y="268637"/>
                </a:lnTo>
                <a:lnTo>
                  <a:pt x="0" y="2751481"/>
                </a:lnTo>
                <a:lnTo>
                  <a:pt x="12414222" y="2751481"/>
                </a:lnTo>
                <a:lnTo>
                  <a:pt x="12320170" y="462224"/>
                </a:lnTo>
                <a:cubicBezTo>
                  <a:pt x="12296844" y="-33364"/>
                  <a:pt x="12281977" y="464616"/>
                  <a:pt x="12082890" y="395032"/>
                </a:cubicBezTo>
                <a:cubicBezTo>
                  <a:pt x="11883802" y="325447"/>
                  <a:pt x="11602390" y="4540"/>
                  <a:pt x="11125644" y="44718"/>
                </a:cubicBezTo>
                <a:cubicBezTo>
                  <a:pt x="10660413" y="83925"/>
                  <a:pt x="10716328" y="367594"/>
                  <a:pt x="10163193" y="394876"/>
                </a:cubicBezTo>
                <a:cubicBezTo>
                  <a:pt x="9805753" y="357385"/>
                  <a:pt x="9520771" y="32793"/>
                  <a:pt x="9197809" y="44718"/>
                </a:cubicBezTo>
                <a:cubicBezTo>
                  <a:pt x="8874847" y="56643"/>
                  <a:pt x="8542408" y="457482"/>
                  <a:pt x="8225419" y="466426"/>
                </a:cubicBezTo>
                <a:cubicBezTo>
                  <a:pt x="7908430" y="475369"/>
                  <a:pt x="7826858" y="122997"/>
                  <a:pt x="7295875" y="98380"/>
                </a:cubicBezTo>
                <a:cubicBezTo>
                  <a:pt x="6817247" y="98380"/>
                  <a:pt x="6649268" y="411428"/>
                  <a:pt x="6326070" y="395032"/>
                </a:cubicBezTo>
                <a:cubicBezTo>
                  <a:pt x="6002872" y="378635"/>
                  <a:pt x="5676746" y="0"/>
                  <a:pt x="5356688"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2296064" y="4928341"/>
            <a:ext cx="7599872" cy="1152590"/>
          </a:xfrm>
        </p:spPr>
        <p:txBody>
          <a:bodyPr anchor="ctr">
            <a:normAutofit/>
          </a:bodyPr>
          <a:lstStyle>
            <a:lvl1pPr algn="ctr">
              <a:lnSpc>
                <a:spcPct val="120000"/>
              </a:lnSpc>
              <a:defRPr sz="2400" b="0" cap="none" spc="0" baseline="0">
                <a:solidFill>
                  <a:schemeClr val="tx2"/>
                </a:solidFill>
                <a:latin typeface="+mn-lt"/>
              </a:defRPr>
            </a:lvl1pPr>
          </a:lstStyle>
          <a:p>
            <a:r>
              <a:rPr lang="en-US" dirty="0"/>
              <a:t>Click to edit master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1011661" y="1380226"/>
            <a:ext cx="10168678" cy="3100334"/>
          </a:xfrm>
          <a:prstGeom prst="rect">
            <a:avLst/>
          </a:prstGeom>
        </p:spPr>
        <p:txBody>
          <a:bodyPr anchor="ctr">
            <a:normAutofit/>
          </a:bodyPr>
          <a:lstStyle>
            <a:lvl1pPr marL="100584" algn="ctr">
              <a:lnSpc>
                <a:spcPct val="55000"/>
              </a:lnSpc>
              <a:buNone/>
              <a:defRPr sz="34400" b="1" spc="0" baseline="0">
                <a:solidFill>
                  <a:schemeClr val="accent3">
                    <a:lumMod val="75000"/>
                  </a:schemeClr>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9295621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794660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5285809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8977292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511864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5DB-F956-45AF-C2A5-0756DB204C44}"/>
              </a:ext>
            </a:extLst>
          </p:cNvPr>
          <p:cNvSpPr>
            <a:spLocks noGrp="1"/>
          </p:cNvSpPr>
          <p:nvPr>
            <p:ph type="title"/>
          </p:nvPr>
        </p:nvSpPr>
        <p:spPr>
          <a:xfrm>
            <a:off x="699660" y="949034"/>
            <a:ext cx="3172685" cy="2340864"/>
          </a:xfrm>
        </p:spPr>
        <p:txBody>
          <a:bodyPr anchor="t">
            <a:normAutofit/>
          </a:bodyPr>
          <a:lstStyle>
            <a:lvl1pPr>
              <a:defRPr sz="4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32246ED3-0F19-DFFF-F66B-4EB3DC131FB8}"/>
              </a:ext>
            </a:extLst>
          </p:cNvPr>
          <p:cNvSpPr>
            <a:spLocks noGrp="1"/>
          </p:cNvSpPr>
          <p:nvPr>
            <p:ph type="body" sz="half" idx="2"/>
          </p:nvPr>
        </p:nvSpPr>
        <p:spPr>
          <a:xfrm>
            <a:off x="699660" y="3640347"/>
            <a:ext cx="3172685" cy="2337757"/>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63AFB7F3-9376-453F-190B-AE142B7ED3EF}"/>
              </a:ext>
            </a:extLst>
          </p:cNvPr>
          <p:cNvSpPr>
            <a:spLocks noGrp="1"/>
          </p:cNvSpPr>
          <p:nvPr>
            <p:ph idx="1"/>
          </p:nvPr>
        </p:nvSpPr>
        <p:spPr>
          <a:xfrm>
            <a:off x="5229368" y="942108"/>
            <a:ext cx="6172200" cy="491201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D16FC65-9DAE-AD74-4AE9-D2BFC78D5722}"/>
              </a:ext>
            </a:extLst>
          </p:cNvPr>
          <p:cNvSpPr>
            <a:spLocks noGrp="1"/>
          </p:cNvSpPr>
          <p:nvPr>
            <p:ph type="ftr" sz="quarter" idx="11"/>
          </p:nvPr>
        </p:nvSpPr>
        <p:spPr>
          <a:xfrm>
            <a:off x="699660" y="6356350"/>
            <a:ext cx="3172685" cy="365125"/>
          </a:xfrm>
        </p:spPr>
        <p:txBody>
          <a:bodyPr/>
          <a:lstStyle/>
          <a:p>
            <a:endParaRPr lang="en-US"/>
          </a:p>
        </p:txBody>
      </p:sp>
      <p:sp>
        <p:nvSpPr>
          <p:cNvPr id="5" name="Date Placeholder 4">
            <a:extLst>
              <a:ext uri="{FF2B5EF4-FFF2-40B4-BE49-F238E27FC236}">
                <a16:creationId xmlns:a16="http://schemas.microsoft.com/office/drawing/2014/main" id="{89EB172C-060B-3321-782C-7EAE45230806}"/>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7" name="Slide Number Placeholder 6">
            <a:extLst>
              <a:ext uri="{FF2B5EF4-FFF2-40B4-BE49-F238E27FC236}">
                <a16:creationId xmlns:a16="http://schemas.microsoft.com/office/drawing/2014/main" id="{AC375B4D-0D57-BC8B-BBBB-A81664516606}"/>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663827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141A8-FEF6-B732-495B-43118BE4F916}"/>
              </a:ext>
            </a:extLst>
          </p:cNvPr>
          <p:cNvSpPr>
            <a:spLocks noGrp="1"/>
          </p:cNvSpPr>
          <p:nvPr>
            <p:ph type="title"/>
          </p:nvPr>
        </p:nvSpPr>
        <p:spPr>
          <a:xfrm>
            <a:off x="699660" y="952789"/>
            <a:ext cx="3172685" cy="2342502"/>
          </a:xfrm>
        </p:spPr>
        <p:txBody>
          <a:bodyPr anchor="t">
            <a:normAutofit/>
          </a:bodyPr>
          <a:lstStyle>
            <a:lvl1pPr>
              <a:defRPr sz="4400"/>
            </a:lvl1pPr>
          </a:lstStyle>
          <a:p>
            <a:r>
              <a:rPr lang="en-US" dirty="0"/>
              <a:t>Click to edit Master title style</a:t>
            </a:r>
          </a:p>
        </p:txBody>
      </p:sp>
      <p:sp>
        <p:nvSpPr>
          <p:cNvPr id="4" name="Text Placeholder 3">
            <a:extLst>
              <a:ext uri="{FF2B5EF4-FFF2-40B4-BE49-F238E27FC236}">
                <a16:creationId xmlns:a16="http://schemas.microsoft.com/office/drawing/2014/main" id="{7D430B36-5571-77AD-F9ED-2DF5B809319D}"/>
              </a:ext>
            </a:extLst>
          </p:cNvPr>
          <p:cNvSpPr>
            <a:spLocks noGrp="1"/>
          </p:cNvSpPr>
          <p:nvPr>
            <p:ph type="body" sz="half" idx="2"/>
          </p:nvPr>
        </p:nvSpPr>
        <p:spPr>
          <a:xfrm>
            <a:off x="699660" y="4154399"/>
            <a:ext cx="3172685" cy="1811193"/>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1B74502-D8D8-3B40-0B02-A6ED66138168}"/>
              </a:ext>
            </a:extLst>
          </p:cNvPr>
          <p:cNvSpPr>
            <a:spLocks noGrp="1"/>
          </p:cNvSpPr>
          <p:nvPr>
            <p:ph type="pic" idx="1" hasCustomPrompt="1"/>
          </p:nvPr>
        </p:nvSpPr>
        <p:spPr>
          <a:xfrm>
            <a:off x="4761780" y="952789"/>
            <a:ext cx="6593607" cy="4942765"/>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D4AF8D90-8A4B-CC41-B189-8A13CC220308}"/>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E52406DA-CCDA-6A3B-3BDA-8104A19A8D5E}"/>
              </a:ext>
            </a:extLst>
          </p:cNvPr>
          <p:cNvSpPr>
            <a:spLocks noGrp="1"/>
          </p:cNvSpPr>
          <p:nvPr>
            <p:ph type="dt" sz="half" idx="10"/>
          </p:nvPr>
        </p:nvSpPr>
        <p:spPr/>
        <p:txBody>
          <a:bodyPr/>
          <a:lstStyle/>
          <a:p>
            <a:fld id="{4BEBB76A-5642-4655-AA5F-D2E8581DD95F}" type="datetimeFigureOut">
              <a:rPr lang="en-US" smtClean="0"/>
              <a:t>3/5/2026</a:t>
            </a:fld>
            <a:endParaRPr lang="en-US"/>
          </a:p>
        </p:txBody>
      </p:sp>
      <p:sp>
        <p:nvSpPr>
          <p:cNvPr id="7" name="Slide Number Placeholder 6">
            <a:extLst>
              <a:ext uri="{FF2B5EF4-FFF2-40B4-BE49-F238E27FC236}">
                <a16:creationId xmlns:a16="http://schemas.microsoft.com/office/drawing/2014/main" id="{5F7D5D6E-679A-EE94-5D39-FFDF32665CFB}"/>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1234774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105701287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74808802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US" dirty="0"/>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BEBB76A-5642-4655-AA5F-D2E8581DD95F}" type="datetimeFigureOut">
              <a:rPr lang="en-US" smtClean="0"/>
              <a:pPr/>
              <a:t>3/5/2026</a:t>
            </a:fld>
            <a:endParaRPr 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92754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5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5.xml"/><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9.xml"/><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0.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4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6.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09493-EBA8-03D4-6BBF-F480276D4A95}"/>
              </a:ext>
            </a:extLst>
          </p:cNvPr>
          <p:cNvSpPr>
            <a:spLocks noGrp="1"/>
          </p:cNvSpPr>
          <p:nvPr>
            <p:ph type="title"/>
          </p:nvPr>
        </p:nvSpPr>
        <p:spPr>
          <a:xfrm>
            <a:off x="699660" y="1133061"/>
            <a:ext cx="4576888" cy="3588027"/>
          </a:xfrm>
        </p:spPr>
        <p:txBody>
          <a:bodyPr anchor="t">
            <a:normAutofit/>
          </a:bodyPr>
          <a:lstStyle/>
          <a:p>
            <a:r>
              <a:rPr lang="en-US" sz="6700"/>
              <a:t>Week 7 — Interview Performance and Handling Difficult Questions</a:t>
            </a:r>
          </a:p>
        </p:txBody>
      </p:sp>
      <p:sp>
        <p:nvSpPr>
          <p:cNvPr id="3" name="Subtitle 2">
            <a:extLst>
              <a:ext uri="{FF2B5EF4-FFF2-40B4-BE49-F238E27FC236}">
                <a16:creationId xmlns:a16="http://schemas.microsoft.com/office/drawing/2014/main" id="{BC24C7D2-4DBC-A308-C6A8-54087C07F7D5}"/>
              </a:ext>
            </a:extLst>
          </p:cNvPr>
          <p:cNvSpPr>
            <a:spLocks noGrp="1"/>
          </p:cNvSpPr>
          <p:nvPr>
            <p:ph type="subTitle" idx="1"/>
          </p:nvPr>
        </p:nvSpPr>
        <p:spPr>
          <a:xfrm>
            <a:off x="699659" y="4721088"/>
            <a:ext cx="4298593" cy="1003852"/>
          </a:xfrm>
        </p:spPr>
        <p:txBody>
          <a:bodyPr anchor="b">
            <a:normAutofit/>
          </a:bodyPr>
          <a:lstStyle/>
          <a:p>
            <a:pPr>
              <a:spcAft>
                <a:spcPts val="600"/>
              </a:spcAft>
            </a:pPr>
            <a:r>
              <a:rPr lang="en-US"/>
              <a:t>Strategies to excel and respond effectively under pressure</a:t>
            </a:r>
          </a:p>
        </p:txBody>
      </p:sp>
      <p:pic>
        <p:nvPicPr>
          <p:cNvPr id="4" name="Picture 3" descr="Fictitious Health Care Directive or ” Living Will” as sometimes it is called, of Lorem Ipson, with fake names and information.  Focus is on the text &quot;Health Care Directive&quot; This document is ready for the person’s signature with a pen and eye glasses waiting and witness page visible. Photo taken with Canon 5D Mark2 at 100 ISO, 24-115mm lens and Studio strobes">
            <a:extLst>
              <a:ext uri="{FF2B5EF4-FFF2-40B4-BE49-F238E27FC236}">
                <a16:creationId xmlns:a16="http://schemas.microsoft.com/office/drawing/2014/main" id="{72CE0A89-2110-4BF7-9E1D-7E403E841ECB}"/>
              </a:ext>
            </a:extLst>
          </p:cNvPr>
          <p:cNvPicPr>
            <a:picLocks noChangeAspect="1"/>
          </p:cNvPicPr>
          <p:nvPr/>
        </p:nvPicPr>
        <p:blipFill>
          <a:blip r:embed="rId3"/>
          <a:srcRect l="28323" r="-1" b="-1"/>
          <a:stretch>
            <a:fillRect/>
          </a:stretch>
        </p:blipFill>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p:spPr>
      </p:pic>
    </p:spTree>
    <p:extLst>
      <p:ext uri="{BB962C8B-B14F-4D97-AF65-F5344CB8AC3E}">
        <p14:creationId xmlns:p14="http://schemas.microsoft.com/office/powerpoint/2010/main" val="2481389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47499-F26B-2AB7-7910-4F5102EC5CCE}"/>
              </a:ext>
            </a:extLst>
          </p:cNvPr>
          <p:cNvSpPr>
            <a:spLocks noGrp="1"/>
          </p:cNvSpPr>
          <p:nvPr>
            <p:ph type="title"/>
          </p:nvPr>
        </p:nvSpPr>
        <p:spPr>
          <a:xfrm>
            <a:off x="700790" y="2880794"/>
            <a:ext cx="7813623" cy="3702571"/>
          </a:xfrm>
        </p:spPr>
        <p:txBody>
          <a:bodyPr anchor="b">
            <a:normAutofit/>
          </a:bodyPr>
          <a:lstStyle/>
          <a:p>
            <a:r>
              <a:rPr lang="en-US"/>
              <a:t>Interview Skills Workshop</a:t>
            </a:r>
          </a:p>
        </p:txBody>
      </p:sp>
    </p:spTree>
    <p:extLst>
      <p:ext uri="{BB962C8B-B14F-4D97-AF65-F5344CB8AC3E}">
        <p14:creationId xmlns:p14="http://schemas.microsoft.com/office/powerpoint/2010/main" val="38603785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329C7-972B-33A9-59B8-5773C0B8582E}"/>
              </a:ext>
            </a:extLst>
          </p:cNvPr>
          <p:cNvSpPr>
            <a:spLocks noGrp="1"/>
          </p:cNvSpPr>
          <p:nvPr>
            <p:ph type="title"/>
          </p:nvPr>
        </p:nvSpPr>
        <p:spPr>
          <a:xfrm>
            <a:off x="700791" y="950976"/>
            <a:ext cx="4349424" cy="1459193"/>
          </a:xfrm>
        </p:spPr>
        <p:txBody>
          <a:bodyPr anchor="t">
            <a:normAutofit/>
          </a:bodyPr>
          <a:lstStyle/>
          <a:p>
            <a:r>
              <a:rPr lang="en-US"/>
              <a:t>Workshop Title Slide</a:t>
            </a:r>
          </a:p>
        </p:txBody>
      </p:sp>
      <p:pic>
        <p:nvPicPr>
          <p:cNvPr id="5" name="Content Placeholder 4" descr="Office desk close up knolling top view with a center space left empty and clean, with multiple objects arround at the edges of a photo. There is a keyboard, a mouse, coffee cup, pencil. Blue background. copy space">
            <a:extLst>
              <a:ext uri="{FF2B5EF4-FFF2-40B4-BE49-F238E27FC236}">
                <a16:creationId xmlns:a16="http://schemas.microsoft.com/office/drawing/2014/main" id="{077D41D8-4A50-4C8B-A8C9-2527C12126B2}"/>
              </a:ext>
            </a:extLst>
          </p:cNvPr>
          <p:cNvPicPr>
            <a:picLocks noGrp="1" noChangeAspect="1"/>
          </p:cNvPicPr>
          <p:nvPr>
            <p:ph type="pic" sz="quarter" idx="13"/>
          </p:nvPr>
        </p:nvPicPr>
        <p:blipFill>
          <a:blip r:embed="rId3"/>
          <a:srcRect l="13926" r="16502"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131D8AD2-553A-31B4-0326-375EEC5B91C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Workshop Introduction</a:t>
            </a:r>
          </a:p>
          <a:p>
            <a:pPr marL="0" lvl="1" indent="0">
              <a:buFont typeface="Arial" panose="020B0604020202020204" pitchFamily="34" charset="0"/>
              <a:buNone/>
            </a:pPr>
            <a:r>
              <a:t>This workshop focuses on interview skills for IT and cybersecurity roles, emphasizing communication and problem-solving.</a:t>
            </a:r>
            <a:endParaRPr lang="en-US"/>
          </a:p>
          <a:p>
            <a:pPr marL="0" indent="0">
              <a:spcBef>
                <a:spcPts val="2500"/>
              </a:spcBef>
              <a:buFont typeface="Arial" panose="020B0604020202020204" pitchFamily="34" charset="0"/>
              <a:buNone/>
            </a:pPr>
            <a:r>
              <a:rPr lang="en-US" b="1"/>
              <a:t>Professional Mindset</a:t>
            </a:r>
          </a:p>
          <a:p>
            <a:pPr marL="0" lvl="1" indent="0">
              <a:buFont typeface="Arial" panose="020B0604020202020204" pitchFamily="34" charset="0"/>
              <a:buNone/>
            </a:pPr>
            <a:r>
              <a:t>The slide sets a professional tone to help students adopt the right mindset for interview success.</a:t>
            </a:r>
            <a:endParaRPr lang="en-US"/>
          </a:p>
          <a:p>
            <a:pPr marL="0" indent="0">
              <a:spcBef>
                <a:spcPts val="2500"/>
              </a:spcBef>
              <a:buFont typeface="Arial" panose="020B0604020202020204" pitchFamily="34" charset="0"/>
              <a:buNone/>
            </a:pPr>
            <a:r>
              <a:rPr lang="en-US" b="1"/>
              <a:t>Reducing Anxiety</a:t>
            </a:r>
          </a:p>
          <a:p>
            <a:pPr marL="0" lvl="1" indent="0">
              <a:buFont typeface="Arial" panose="020B0604020202020204" pitchFamily="34" charset="0"/>
              <a:buNone/>
            </a:pPr>
            <a:r>
              <a:t>Clear design and relevant visuals reduce anxiety and build student confidence before interviews.</a:t>
            </a:r>
            <a:endParaRPr lang="en-US"/>
          </a:p>
          <a:p>
            <a:pPr marL="0" indent="0">
              <a:spcBef>
                <a:spcPts val="2500"/>
              </a:spcBef>
              <a:buFont typeface="Arial" panose="020B0604020202020204" pitchFamily="34" charset="0"/>
              <a:buNone/>
            </a:pPr>
            <a:r>
              <a:rPr lang="en-US" b="1"/>
              <a:t>Workshop Goals</a:t>
            </a:r>
          </a:p>
          <a:p>
            <a:pPr marL="0" lvl="1" indent="0">
              <a:buFont typeface="Arial" panose="020B0604020202020204" pitchFamily="34" charset="0"/>
              <a:buNone/>
            </a:pPr>
            <a:r>
              <a:t>Students are encouraged to view interviews as growth opportunities, not tests to fear.</a:t>
            </a:r>
            <a:endParaRPr lang="en-US"/>
          </a:p>
        </p:txBody>
      </p:sp>
    </p:spTree>
    <p:extLst>
      <p:ext uri="{BB962C8B-B14F-4D97-AF65-F5344CB8AC3E}">
        <p14:creationId xmlns:p14="http://schemas.microsoft.com/office/powerpoint/2010/main" val="20852951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8F5E-6733-228D-5555-4A0EF1948362}"/>
              </a:ext>
            </a:extLst>
          </p:cNvPr>
          <p:cNvSpPr>
            <a:spLocks noGrp="1"/>
          </p:cNvSpPr>
          <p:nvPr>
            <p:ph type="title"/>
          </p:nvPr>
        </p:nvSpPr>
        <p:spPr>
          <a:xfrm>
            <a:off x="700790" y="2880794"/>
            <a:ext cx="7813623" cy="3702571"/>
          </a:xfrm>
        </p:spPr>
        <p:txBody>
          <a:bodyPr anchor="b">
            <a:normAutofit/>
          </a:bodyPr>
          <a:lstStyle/>
          <a:p>
            <a:r>
              <a:rPr lang="en-US"/>
              <a:t>Workshop Overview</a:t>
            </a:r>
          </a:p>
        </p:txBody>
      </p:sp>
    </p:spTree>
    <p:extLst>
      <p:ext uri="{BB962C8B-B14F-4D97-AF65-F5344CB8AC3E}">
        <p14:creationId xmlns:p14="http://schemas.microsoft.com/office/powerpoint/2010/main" val="33848598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AAEF2-69C8-536A-7B2D-D0741F3B7CAB}"/>
              </a:ext>
            </a:extLst>
          </p:cNvPr>
          <p:cNvSpPr>
            <a:spLocks noGrp="1"/>
          </p:cNvSpPr>
          <p:nvPr>
            <p:ph type="title"/>
          </p:nvPr>
        </p:nvSpPr>
        <p:spPr>
          <a:xfrm>
            <a:off x="700791" y="950976"/>
            <a:ext cx="4349424" cy="1459193"/>
          </a:xfrm>
        </p:spPr>
        <p:txBody>
          <a:bodyPr anchor="t">
            <a:normAutofit/>
          </a:bodyPr>
          <a:lstStyle/>
          <a:p>
            <a:r>
              <a:rPr lang="en-US"/>
              <a:t>Agenda Overview</a:t>
            </a:r>
          </a:p>
        </p:txBody>
      </p:sp>
      <p:pic>
        <p:nvPicPr>
          <p:cNvPr id="5" name="Content Placeholder 4" descr="The second COVID vaccination is a fact, thanx">
            <a:extLst>
              <a:ext uri="{FF2B5EF4-FFF2-40B4-BE49-F238E27FC236}">
                <a16:creationId xmlns:a16="http://schemas.microsoft.com/office/drawing/2014/main" id="{CDD5DE1F-EB4D-4A01-962C-D0A5D8AB6F2E}"/>
              </a:ext>
            </a:extLst>
          </p:cNvPr>
          <p:cNvPicPr>
            <a:picLocks noGrp="1" noChangeAspect="1"/>
          </p:cNvPicPr>
          <p:nvPr>
            <p:ph type="pic" sz="quarter" idx="13"/>
          </p:nvPr>
        </p:nvPicPr>
        <p:blipFill>
          <a:blip r:embed="rId3"/>
          <a:srcRect l="12927" r="8906" b="3"/>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1523C9E5-2ADC-DC94-DC40-C01984BCD2E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Workshop Structure</a:t>
            </a:r>
          </a:p>
          <a:p>
            <a:pPr marL="0" lvl="1" indent="0">
              <a:buFont typeface="Arial" panose="020B0604020202020204" pitchFamily="34" charset="0"/>
              <a:buNone/>
            </a:pPr>
            <a:r>
              <a:t>The agenda outlines the workshop structure, helping learners see how each part builds interview readiness.</a:t>
            </a:r>
            <a:endParaRPr lang="en-US"/>
          </a:p>
          <a:p>
            <a:pPr marL="0" indent="0">
              <a:spcBef>
                <a:spcPts val="2500"/>
              </a:spcBef>
              <a:buFont typeface="Arial" panose="020B0604020202020204" pitchFamily="34" charset="0"/>
              <a:buNone/>
            </a:pPr>
            <a:r>
              <a:rPr lang="en-US" b="1"/>
              <a:t>Key Interview Topics</a:t>
            </a:r>
          </a:p>
          <a:p>
            <a:pPr marL="0" lvl="1" indent="0">
              <a:buFont typeface="Arial" panose="020B0604020202020204" pitchFamily="34" charset="0"/>
              <a:buNone/>
            </a:pPr>
            <a:r>
              <a:t>Focus areas include interview importance, hiring manager expectations, behavioral interviews, and the STAR method.</a:t>
            </a:r>
            <a:endParaRPr lang="en-US"/>
          </a:p>
          <a:p>
            <a:pPr marL="0" indent="0">
              <a:spcBef>
                <a:spcPts val="2500"/>
              </a:spcBef>
              <a:buFont typeface="Arial" panose="020B0604020202020204" pitchFamily="34" charset="0"/>
              <a:buNone/>
            </a:pPr>
            <a:r>
              <a:rPr lang="en-US" b="1"/>
              <a:t>Skill Building Activities</a:t>
            </a:r>
          </a:p>
          <a:p>
            <a:pPr marL="0" lvl="1" indent="0">
              <a:buFont typeface="Arial" panose="020B0604020202020204" pitchFamily="34" charset="0"/>
              <a:buNone/>
            </a:pPr>
            <a:r>
              <a:t>Learners build a story bank, translate experiences, practice responses, and learn to address career pivots.</a:t>
            </a:r>
            <a:endParaRPr lang="en-US"/>
          </a:p>
          <a:p>
            <a:pPr marL="0" indent="0">
              <a:spcBef>
                <a:spcPts val="2500"/>
              </a:spcBef>
              <a:buFont typeface="Arial" panose="020B0604020202020204" pitchFamily="34" charset="0"/>
              <a:buNone/>
            </a:pPr>
            <a:r>
              <a:rPr lang="en-US" b="1"/>
              <a:t>Supportive Learning Environment</a:t>
            </a:r>
          </a:p>
          <a:p>
            <a:pPr marL="0" lvl="1" indent="0">
              <a:buFont typeface="Arial" panose="020B0604020202020204" pitchFamily="34" charset="0"/>
              <a:buNone/>
            </a:pPr>
            <a:r>
              <a:t>The workshop includes interactive exercises and motivational close to empower participants.</a:t>
            </a:r>
            <a:endParaRPr lang="en-US"/>
          </a:p>
        </p:txBody>
      </p:sp>
    </p:spTree>
    <p:extLst>
      <p:ext uri="{BB962C8B-B14F-4D97-AF65-F5344CB8AC3E}">
        <p14:creationId xmlns:p14="http://schemas.microsoft.com/office/powerpoint/2010/main" val="9815293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5BA7C-0B4A-8273-C29D-AD93519B9954}"/>
              </a:ext>
            </a:extLst>
          </p:cNvPr>
          <p:cNvSpPr>
            <a:spLocks noGrp="1"/>
          </p:cNvSpPr>
          <p:nvPr>
            <p:ph type="title"/>
          </p:nvPr>
        </p:nvSpPr>
        <p:spPr>
          <a:xfrm>
            <a:off x="700790" y="2880794"/>
            <a:ext cx="7813623" cy="3702571"/>
          </a:xfrm>
        </p:spPr>
        <p:txBody>
          <a:bodyPr anchor="b">
            <a:normAutofit/>
          </a:bodyPr>
          <a:lstStyle/>
          <a:p>
            <a:r>
              <a:rPr lang="en-US"/>
              <a:t>Interview Fundamentals</a:t>
            </a:r>
          </a:p>
        </p:txBody>
      </p:sp>
    </p:spTree>
    <p:extLst>
      <p:ext uri="{BB962C8B-B14F-4D97-AF65-F5344CB8AC3E}">
        <p14:creationId xmlns:p14="http://schemas.microsoft.com/office/powerpoint/2010/main" val="2514426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70DE-A593-7D48-E4E9-0C23AB3295F3}"/>
              </a:ext>
            </a:extLst>
          </p:cNvPr>
          <p:cNvSpPr>
            <a:spLocks noGrp="1"/>
          </p:cNvSpPr>
          <p:nvPr>
            <p:ph type="title"/>
          </p:nvPr>
        </p:nvSpPr>
        <p:spPr>
          <a:xfrm>
            <a:off x="7924619" y="464544"/>
            <a:ext cx="3429179" cy="1456511"/>
          </a:xfrm>
        </p:spPr>
        <p:txBody>
          <a:bodyPr anchor="b">
            <a:normAutofit/>
          </a:bodyPr>
          <a:lstStyle/>
          <a:p>
            <a:r>
              <a:rPr lang="en-US"/>
              <a:t>Why Interviews Matter</a:t>
            </a:r>
          </a:p>
        </p:txBody>
      </p:sp>
      <p:pic>
        <p:nvPicPr>
          <p:cNvPr id="5" name="Content Placeholder 4" descr="White text Bubbles isolated on blue background">
            <a:extLst>
              <a:ext uri="{FF2B5EF4-FFF2-40B4-BE49-F238E27FC236}">
                <a16:creationId xmlns:a16="http://schemas.microsoft.com/office/drawing/2014/main" id="{EAA0D1FB-4E1F-4AA2-BBB4-BCDF5334D2FC}"/>
              </a:ext>
            </a:extLst>
          </p:cNvPr>
          <p:cNvPicPr>
            <a:picLocks noGrp="1" noChangeAspect="1"/>
          </p:cNvPicPr>
          <p:nvPr>
            <p:ph type="pic" sz="quarter" idx="13"/>
          </p:nvPr>
        </p:nvPicPr>
        <p:blipFill>
          <a:blip r:embed="rId3"/>
          <a:srcRect r="7544" b="1"/>
          <a:stretch>
            <a:fillRect/>
          </a:stretch>
        </p:blipFill>
        <p:spPr>
          <a:xfrm>
            <a:off x="1" y="-5270"/>
            <a:ext cx="7184917" cy="6858000"/>
          </a:xfrm>
        </p:spPr>
      </p:pic>
      <p:sp>
        <p:nvSpPr>
          <p:cNvPr id="4" name="Content Placeholder 3">
            <a:extLst>
              <a:ext uri="{FF2B5EF4-FFF2-40B4-BE49-F238E27FC236}">
                <a16:creationId xmlns:a16="http://schemas.microsoft.com/office/drawing/2014/main" id="{6BE7CC3F-71C6-F9D8-B568-5C188C8E93B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24621" y="1936671"/>
            <a:ext cx="3429178" cy="4146414"/>
          </a:xfrm>
        </p:spPr>
        <p:txBody>
          <a:bodyPr>
            <a:normAutofit/>
          </a:bodyPr>
          <a:lstStyle/>
          <a:p>
            <a:pPr marL="0" indent="0">
              <a:lnSpc>
                <a:spcPct val="110000"/>
              </a:lnSpc>
              <a:spcBef>
                <a:spcPts val="2500"/>
              </a:spcBef>
              <a:buFont typeface="Arial" panose="020B0604020202020204" pitchFamily="34" charset="0"/>
              <a:buNone/>
            </a:pPr>
            <a:r>
              <a:rPr lang="en-US" sz="1000" b="1"/>
              <a:t>Beyond Technical Assessment</a:t>
            </a:r>
          </a:p>
          <a:p>
            <a:pPr marL="0" lvl="1" indent="0">
              <a:lnSpc>
                <a:spcPct val="110000"/>
              </a:lnSpc>
              <a:buFont typeface="Arial" panose="020B0604020202020204" pitchFamily="34" charset="0"/>
              <a:buNone/>
            </a:pPr>
            <a:r>
              <a:rPr lang="en-US" sz="1000"/>
              <a:t>Interviews evaluate communication, problem-solving, and handling real workplace scenarios beyond just technical skills.</a:t>
            </a:r>
          </a:p>
          <a:p>
            <a:pPr marL="0" indent="0">
              <a:lnSpc>
                <a:spcPct val="110000"/>
              </a:lnSpc>
              <a:spcBef>
                <a:spcPts val="2500"/>
              </a:spcBef>
              <a:buFont typeface="Arial" panose="020B0604020202020204" pitchFamily="34" charset="0"/>
              <a:buNone/>
            </a:pPr>
            <a:r>
              <a:rPr lang="en-US" sz="1000" b="1"/>
              <a:t>Evaluating Professional Traits</a:t>
            </a:r>
          </a:p>
          <a:p>
            <a:pPr marL="0" lvl="1" indent="0">
              <a:lnSpc>
                <a:spcPct val="110000"/>
              </a:lnSpc>
              <a:buFont typeface="Arial" panose="020B0604020202020204" pitchFamily="34" charset="0"/>
              <a:buNone/>
            </a:pPr>
            <a:r>
              <a:rPr lang="en-US" sz="1000"/>
              <a:t>Employers assess reliability, professionalism, and calmness under pressure during interviews for IT support roles.</a:t>
            </a:r>
          </a:p>
          <a:p>
            <a:pPr marL="0" indent="0">
              <a:lnSpc>
                <a:spcPct val="110000"/>
              </a:lnSpc>
              <a:spcBef>
                <a:spcPts val="2500"/>
              </a:spcBef>
              <a:buFont typeface="Arial" panose="020B0604020202020204" pitchFamily="34" charset="0"/>
              <a:buNone/>
            </a:pPr>
            <a:r>
              <a:rPr lang="en-US" sz="1000" b="1"/>
              <a:t>Importance of Soft Skills</a:t>
            </a:r>
          </a:p>
          <a:p>
            <a:pPr marL="0" lvl="1" indent="0">
              <a:lnSpc>
                <a:spcPct val="110000"/>
              </a:lnSpc>
              <a:buFont typeface="Arial" panose="020B0604020202020204" pitchFamily="34" charset="0"/>
              <a:buNone/>
            </a:pPr>
            <a:r>
              <a:rPr lang="en-US" sz="1000"/>
              <a:t>Soft skills and team fit are crucial as technical knowledge alone rarely secures job offers in IT and cybersecurity.</a:t>
            </a:r>
          </a:p>
          <a:p>
            <a:pPr marL="0" indent="0">
              <a:lnSpc>
                <a:spcPct val="110000"/>
              </a:lnSpc>
              <a:spcBef>
                <a:spcPts val="2500"/>
              </a:spcBef>
              <a:buFont typeface="Arial" panose="020B0604020202020204" pitchFamily="34" charset="0"/>
              <a:buNone/>
            </a:pPr>
            <a:r>
              <a:rPr lang="en-US" sz="1000" b="1"/>
              <a:t>Interview as Conversation</a:t>
            </a:r>
          </a:p>
          <a:p>
            <a:pPr marL="0" lvl="1" indent="0">
              <a:lnSpc>
                <a:spcPct val="110000"/>
              </a:lnSpc>
              <a:buFont typeface="Arial" panose="020B0604020202020204" pitchFamily="34" charset="0"/>
              <a:buNone/>
            </a:pPr>
            <a:r>
              <a:rPr lang="en-US" sz="1000"/>
              <a:t>Interviews should be seen as opportunities for candidates to demonstrate potential, not just tests of knowledge.</a:t>
            </a:r>
          </a:p>
        </p:txBody>
      </p:sp>
    </p:spTree>
    <p:extLst>
      <p:ext uri="{BB962C8B-B14F-4D97-AF65-F5344CB8AC3E}">
        <p14:creationId xmlns:p14="http://schemas.microsoft.com/office/powerpoint/2010/main" val="37062509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64A6B-F49C-0F30-F3E2-AEA9DE091A0D}"/>
              </a:ext>
            </a:extLst>
          </p:cNvPr>
          <p:cNvSpPr>
            <a:spLocks noGrp="1"/>
          </p:cNvSpPr>
          <p:nvPr>
            <p:ph type="title"/>
          </p:nvPr>
        </p:nvSpPr>
        <p:spPr>
          <a:xfrm>
            <a:off x="700790" y="2880794"/>
            <a:ext cx="7813623" cy="3702571"/>
          </a:xfrm>
        </p:spPr>
        <p:txBody>
          <a:bodyPr anchor="b">
            <a:normAutofit/>
          </a:bodyPr>
          <a:lstStyle/>
          <a:p>
            <a:r>
              <a:rPr lang="en-US"/>
              <a:t>Employer Expectations</a:t>
            </a:r>
          </a:p>
        </p:txBody>
      </p:sp>
    </p:spTree>
    <p:extLst>
      <p:ext uri="{BB962C8B-B14F-4D97-AF65-F5344CB8AC3E}">
        <p14:creationId xmlns:p14="http://schemas.microsoft.com/office/powerpoint/2010/main" val="22647894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7DE5E-4E2D-3BA6-CA80-98C62986FC4B}"/>
              </a:ext>
            </a:extLst>
          </p:cNvPr>
          <p:cNvSpPr>
            <a:spLocks noGrp="1"/>
          </p:cNvSpPr>
          <p:nvPr>
            <p:ph type="title"/>
          </p:nvPr>
        </p:nvSpPr>
        <p:spPr>
          <a:xfrm>
            <a:off x="700790" y="950976"/>
            <a:ext cx="3120712" cy="2436791"/>
          </a:xfrm>
        </p:spPr>
        <p:txBody>
          <a:bodyPr anchor="t">
            <a:normAutofit/>
          </a:bodyPr>
          <a:lstStyle/>
          <a:p>
            <a:r>
              <a:rPr lang="en-US"/>
              <a:t>Traits Hiring Managers Look For</a:t>
            </a:r>
          </a:p>
        </p:txBody>
      </p:sp>
      <p:sp>
        <p:nvSpPr>
          <p:cNvPr id="3" name="Content Placeholder 2">
            <a:extLst>
              <a:ext uri="{FF2B5EF4-FFF2-40B4-BE49-F238E27FC236}">
                <a16:creationId xmlns:a16="http://schemas.microsoft.com/office/drawing/2014/main" id="{FA32C3D4-86D1-AF30-C65F-2015E66A571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92438" y="945070"/>
            <a:ext cx="7172248" cy="5211890"/>
          </a:xfrm>
        </p:spPr>
        <p:txBody>
          <a:bodyPr>
            <a:normAutofit/>
          </a:bodyPr>
          <a:lstStyle/>
          <a:p>
            <a:pPr marL="0" indent="0">
              <a:lnSpc>
                <a:spcPct val="110000"/>
              </a:lnSpc>
              <a:spcBef>
                <a:spcPts val="2500"/>
              </a:spcBef>
              <a:buFont typeface="Arial" panose="020B0604020202020204" pitchFamily="34" charset="0"/>
              <a:buNone/>
            </a:pPr>
            <a:r>
              <a:rPr lang="en-US" b="1"/>
              <a:t>Essential Communication Skills</a:t>
            </a:r>
          </a:p>
          <a:p>
            <a:pPr marL="0" lvl="1" indent="0">
              <a:lnSpc>
                <a:spcPct val="110000"/>
              </a:lnSpc>
              <a:buFont typeface="Arial" panose="020B0604020202020204" pitchFamily="34" charset="0"/>
              <a:buNone/>
            </a:pPr>
            <a:r>
              <a:t>IT candidates must explain technical issues in clear, user-friendly language to help users understand solutions.</a:t>
            </a:r>
            <a:endParaRPr lang="en-US"/>
          </a:p>
          <a:p>
            <a:pPr marL="0" indent="0">
              <a:lnSpc>
                <a:spcPct val="110000"/>
              </a:lnSpc>
              <a:spcBef>
                <a:spcPts val="2500"/>
              </a:spcBef>
              <a:buFont typeface="Arial" panose="020B0604020202020204" pitchFamily="34" charset="0"/>
              <a:buNone/>
            </a:pPr>
            <a:r>
              <a:rPr lang="en-US" b="1"/>
              <a:t>Strong Problem-Solving</a:t>
            </a:r>
          </a:p>
          <a:p>
            <a:pPr marL="0" lvl="1" indent="0">
              <a:lnSpc>
                <a:spcPct val="110000"/>
              </a:lnSpc>
              <a:buFont typeface="Arial" panose="020B0604020202020204" pitchFamily="34" charset="0"/>
              <a:buNone/>
            </a:pPr>
            <a:r>
              <a:t>Roles require structured troubleshooting, documentation, and pattern recognition to resolve technical issues effectively.</a:t>
            </a:r>
            <a:endParaRPr lang="en-US"/>
          </a:p>
          <a:p>
            <a:pPr marL="0" indent="0">
              <a:lnSpc>
                <a:spcPct val="110000"/>
              </a:lnSpc>
              <a:spcBef>
                <a:spcPts val="2500"/>
              </a:spcBef>
              <a:buFont typeface="Arial" panose="020B0604020202020204" pitchFamily="34" charset="0"/>
              <a:buNone/>
            </a:pPr>
            <a:r>
              <a:rPr lang="en-US" b="1"/>
              <a:t>Teamwork and Collaboration</a:t>
            </a:r>
          </a:p>
          <a:p>
            <a:pPr marL="0" lvl="1" indent="0">
              <a:lnSpc>
                <a:spcPct val="110000"/>
              </a:lnSpc>
              <a:buFont typeface="Arial" panose="020B0604020202020204" pitchFamily="34" charset="0"/>
              <a:buNone/>
            </a:pPr>
            <a:r>
              <a:t>Candidates need to work well with system administrators and security teams, asking questions and escalating issues properly.</a:t>
            </a:r>
            <a:endParaRPr lang="en-US"/>
          </a:p>
          <a:p>
            <a:pPr marL="0" indent="0">
              <a:lnSpc>
                <a:spcPct val="110000"/>
              </a:lnSpc>
              <a:spcBef>
                <a:spcPts val="2500"/>
              </a:spcBef>
              <a:buFont typeface="Arial" panose="020B0604020202020204" pitchFamily="34" charset="0"/>
              <a:buNone/>
            </a:pPr>
            <a:r>
              <a:rPr lang="en-US" b="1"/>
              <a:t>Reliability and Responsibility</a:t>
            </a:r>
          </a:p>
          <a:p>
            <a:pPr marL="0" lvl="1" indent="0">
              <a:lnSpc>
                <a:spcPct val="110000"/>
              </a:lnSpc>
              <a:buFont typeface="Arial" panose="020B0604020202020204" pitchFamily="34" charset="0"/>
              <a:buNone/>
            </a:pPr>
            <a:r>
              <a:t>Employers seek punctual, procedure-following candidates who handle sensitive information responsibly in cybersecurity roles.</a:t>
            </a:r>
            <a:endParaRPr lang="en-US"/>
          </a:p>
          <a:p>
            <a:pPr marL="0" indent="0">
              <a:lnSpc>
                <a:spcPct val="110000"/>
              </a:lnSpc>
              <a:spcBef>
                <a:spcPts val="2500"/>
              </a:spcBef>
              <a:buFont typeface="Arial" panose="020B0604020202020204" pitchFamily="34" charset="0"/>
              <a:buNone/>
            </a:pPr>
            <a:r>
              <a:rPr lang="en-US" b="1"/>
              <a:t>Transferable Skills Advantage</a:t>
            </a:r>
          </a:p>
          <a:p>
            <a:pPr marL="0" lvl="1" indent="0">
              <a:lnSpc>
                <a:spcPct val="110000"/>
              </a:lnSpc>
              <a:buFont typeface="Arial" panose="020B0604020202020204" pitchFamily="34" charset="0"/>
              <a:buNone/>
            </a:pPr>
            <a:r>
              <a:t>Experience in fields like retail builds customer service, time management, and conflict resolution skills valuable in IT.</a:t>
            </a:r>
            <a:endParaRPr lang="en-US"/>
          </a:p>
        </p:txBody>
      </p:sp>
    </p:spTree>
    <p:extLst>
      <p:ext uri="{BB962C8B-B14F-4D97-AF65-F5344CB8AC3E}">
        <p14:creationId xmlns:p14="http://schemas.microsoft.com/office/powerpoint/2010/main" val="32700419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B154-83AB-E4F9-E3EA-D38FAFDBAEFA}"/>
              </a:ext>
            </a:extLst>
          </p:cNvPr>
          <p:cNvSpPr>
            <a:spLocks noGrp="1"/>
          </p:cNvSpPr>
          <p:nvPr>
            <p:ph type="title"/>
          </p:nvPr>
        </p:nvSpPr>
        <p:spPr>
          <a:xfrm>
            <a:off x="700790" y="2880794"/>
            <a:ext cx="7813623" cy="3702571"/>
          </a:xfrm>
        </p:spPr>
        <p:txBody>
          <a:bodyPr anchor="b">
            <a:normAutofit/>
          </a:bodyPr>
          <a:lstStyle/>
          <a:p>
            <a:r>
              <a:rPr lang="en-US"/>
              <a:t>Behavioral Interviewing</a:t>
            </a:r>
          </a:p>
        </p:txBody>
      </p:sp>
    </p:spTree>
    <p:extLst>
      <p:ext uri="{BB962C8B-B14F-4D97-AF65-F5344CB8AC3E}">
        <p14:creationId xmlns:p14="http://schemas.microsoft.com/office/powerpoint/2010/main" val="2837887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D2FC2-F2F8-4444-43C9-4BB10FE915DF}"/>
              </a:ext>
            </a:extLst>
          </p:cNvPr>
          <p:cNvSpPr>
            <a:spLocks noGrp="1"/>
          </p:cNvSpPr>
          <p:nvPr>
            <p:ph type="title"/>
          </p:nvPr>
        </p:nvSpPr>
        <p:spPr>
          <a:xfrm>
            <a:off x="704088" y="345440"/>
            <a:ext cx="6472566" cy="1133246"/>
          </a:xfrm>
        </p:spPr>
        <p:txBody>
          <a:bodyPr anchor="b">
            <a:normAutofit/>
          </a:bodyPr>
          <a:lstStyle/>
          <a:p>
            <a:r>
              <a:rPr lang="en-US"/>
              <a:t>Behavioral Interviews Explained</a:t>
            </a:r>
          </a:p>
        </p:txBody>
      </p:sp>
      <p:sp>
        <p:nvSpPr>
          <p:cNvPr id="4" name="Content Placeholder 3">
            <a:extLst>
              <a:ext uri="{FF2B5EF4-FFF2-40B4-BE49-F238E27FC236}">
                <a16:creationId xmlns:a16="http://schemas.microsoft.com/office/drawing/2014/main" id="{8C9347BC-9067-E602-466F-94F59AF8BB8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Focus on Past Experiences</a:t>
            </a:r>
          </a:p>
          <a:p>
            <a:pPr marL="0" lvl="1" indent="0">
              <a:buFont typeface="Arial" panose="020B0604020202020204" pitchFamily="34" charset="0"/>
              <a:buNone/>
            </a:pPr>
            <a:r>
              <a:t>Behavioral interviews evaluate candidates based on past actions to predict future job performance effectively.</a:t>
            </a:r>
            <a:endParaRPr lang="en-US"/>
          </a:p>
          <a:p>
            <a:pPr marL="0" indent="0">
              <a:spcBef>
                <a:spcPts val="2500"/>
              </a:spcBef>
              <a:buFont typeface="Arial" panose="020B0604020202020204" pitchFamily="34" charset="0"/>
              <a:buNone/>
            </a:pPr>
            <a:r>
              <a:rPr lang="en-US" b="1"/>
              <a:t>Assessing Critical Soft Skills</a:t>
            </a:r>
          </a:p>
          <a:p>
            <a:pPr marL="0" lvl="1" indent="0">
              <a:buFont typeface="Arial" panose="020B0604020202020204" pitchFamily="34" charset="0"/>
              <a:buNone/>
            </a:pPr>
            <a:r>
              <a:t>Questions identify stress management, accountability, communication, and adaptability essential for IT and cybersecurity roles.</a:t>
            </a:r>
            <a:endParaRPr lang="en-US"/>
          </a:p>
          <a:p>
            <a:pPr marL="0" indent="0">
              <a:spcBef>
                <a:spcPts val="2500"/>
              </a:spcBef>
              <a:buFont typeface="Arial" panose="020B0604020202020204" pitchFamily="34" charset="0"/>
              <a:buNone/>
            </a:pPr>
            <a:r>
              <a:rPr lang="en-US" b="1"/>
              <a:t>Comparison with Technical Questions</a:t>
            </a:r>
          </a:p>
          <a:p>
            <a:pPr marL="0" lvl="1" indent="0">
              <a:buFont typeface="Arial" panose="020B0604020202020204" pitchFamily="34" charset="0"/>
              <a:buNone/>
            </a:pPr>
            <a:r>
              <a:t>Behavioral questions differ from technical or hypothetical ones by focusing on decision-making and communication rather than raw knowledge.</a:t>
            </a:r>
            <a:endParaRPr lang="en-US"/>
          </a:p>
          <a:p>
            <a:pPr marL="0" indent="0">
              <a:spcBef>
                <a:spcPts val="2500"/>
              </a:spcBef>
              <a:buFont typeface="Arial" panose="020B0604020202020204" pitchFamily="34" charset="0"/>
              <a:buNone/>
            </a:pPr>
            <a:r>
              <a:rPr lang="en-US" b="1"/>
              <a:t>Encouraging Candidate Confidence</a:t>
            </a:r>
          </a:p>
          <a:p>
            <a:pPr marL="0" lvl="1" indent="0">
              <a:buFont typeface="Arial" panose="020B0604020202020204" pitchFamily="34" charset="0"/>
              <a:buNone/>
            </a:pPr>
            <a:r>
              <a:t>Understanding behavioral interviews helps candidates, including those without IT experience, showcase work ethic and problem-solving.</a:t>
            </a:r>
            <a:endParaRPr lang="en-US"/>
          </a:p>
        </p:txBody>
      </p:sp>
      <p:pic>
        <p:nvPicPr>
          <p:cNvPr id="5" name="Content Placeholder 4" descr="Social media people communication message speech bubble&#10;&#10;++The World map texture derived from public domain NASA: http://visibleearth.nasa.gov.&#10;Traced in Illustrator. File created on November 29 2018++">
            <a:extLst>
              <a:ext uri="{FF2B5EF4-FFF2-40B4-BE49-F238E27FC236}">
                <a16:creationId xmlns:a16="http://schemas.microsoft.com/office/drawing/2014/main" id="{84B1BAED-5188-4FF7-BA41-F0DEB5E8EF6B}"/>
              </a:ext>
            </a:extLst>
          </p:cNvPr>
          <p:cNvPicPr>
            <a:picLocks noGrp="1" noChangeAspect="1"/>
          </p:cNvPicPr>
          <p:nvPr>
            <p:ph type="pic" sz="quarter" idx="13"/>
          </p:nvPr>
        </p:nvPicPr>
        <p:blipFill>
          <a:blip r:embed="rId3"/>
          <a:srcRect l="18686" r="20842"/>
          <a:stretch>
            <a:fillRect/>
          </a:stretch>
        </p:blipFill>
        <p:spPr>
          <a:xfrm>
            <a:off x="8044872" y="10"/>
            <a:ext cx="4147127" cy="6857990"/>
          </a:xfrm>
        </p:spPr>
      </p:pic>
    </p:spTree>
    <p:extLst>
      <p:ext uri="{BB962C8B-B14F-4D97-AF65-F5344CB8AC3E}">
        <p14:creationId xmlns:p14="http://schemas.microsoft.com/office/powerpoint/2010/main" val="29432308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22473-CFDD-A781-0CB0-97EB260619CA}"/>
              </a:ext>
            </a:extLst>
          </p:cNvPr>
          <p:cNvSpPr>
            <a:spLocks noGrp="1"/>
          </p:cNvSpPr>
          <p:nvPr>
            <p:ph type="title"/>
          </p:nvPr>
        </p:nvSpPr>
        <p:spPr>
          <a:xfrm>
            <a:off x="700790" y="2880794"/>
            <a:ext cx="7813623" cy="3702571"/>
          </a:xfrm>
        </p:spPr>
        <p:txBody>
          <a:bodyPr anchor="b">
            <a:normAutofit/>
          </a:bodyPr>
          <a:lstStyle/>
          <a:p>
            <a:r>
              <a:rPr lang="en-US"/>
              <a:t>STAR Method</a:t>
            </a:r>
          </a:p>
        </p:txBody>
      </p:sp>
    </p:spTree>
    <p:extLst>
      <p:ext uri="{BB962C8B-B14F-4D97-AF65-F5344CB8AC3E}">
        <p14:creationId xmlns:p14="http://schemas.microsoft.com/office/powerpoint/2010/main" val="41327697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DFA8-EA5E-3925-0304-9C1B00A69A02}"/>
              </a:ext>
            </a:extLst>
          </p:cNvPr>
          <p:cNvSpPr>
            <a:spLocks noGrp="1"/>
          </p:cNvSpPr>
          <p:nvPr>
            <p:ph type="title"/>
          </p:nvPr>
        </p:nvSpPr>
        <p:spPr>
          <a:xfrm>
            <a:off x="700791" y="950976"/>
            <a:ext cx="4349424" cy="1459193"/>
          </a:xfrm>
        </p:spPr>
        <p:txBody>
          <a:bodyPr anchor="t">
            <a:normAutofit/>
          </a:bodyPr>
          <a:lstStyle/>
          <a:p>
            <a:r>
              <a:rPr lang="en-US"/>
              <a:t>STAR Method Framework</a:t>
            </a:r>
          </a:p>
        </p:txBody>
      </p:sp>
      <p:pic>
        <p:nvPicPr>
          <p:cNvPr id="5" name="Content Placeholder 4" descr="Female drawing flow chart">
            <a:extLst>
              <a:ext uri="{FF2B5EF4-FFF2-40B4-BE49-F238E27FC236}">
                <a16:creationId xmlns:a16="http://schemas.microsoft.com/office/drawing/2014/main" id="{5193276D-A95B-4374-9E12-5D28BD031F24}"/>
              </a:ext>
            </a:extLst>
          </p:cNvPr>
          <p:cNvPicPr>
            <a:picLocks noGrp="1" noChangeAspect="1"/>
          </p:cNvPicPr>
          <p:nvPr>
            <p:ph type="pic" sz="quarter" idx="13"/>
          </p:nvPr>
        </p:nvPicPr>
        <p:blipFill>
          <a:blip r:embed="rId3"/>
          <a:srcRect l="13685" r="18048" b="1"/>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9041773C-BE16-57EF-77E7-C5C8BD0800C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Situation Context</a:t>
            </a:r>
          </a:p>
          <a:p>
            <a:pPr marL="0" lvl="1" indent="0">
              <a:buFont typeface="Arial" panose="020B0604020202020204" pitchFamily="34" charset="0"/>
              <a:buNone/>
            </a:pPr>
            <a:r>
              <a:t>Defines the background or scenario setting the stage for the story to be told.</a:t>
            </a:r>
            <a:endParaRPr lang="en-US"/>
          </a:p>
          <a:p>
            <a:pPr marL="0" indent="0">
              <a:spcBef>
                <a:spcPts val="2500"/>
              </a:spcBef>
              <a:buFont typeface="Arial" panose="020B0604020202020204" pitchFamily="34" charset="0"/>
              <a:buNone/>
            </a:pPr>
            <a:r>
              <a:rPr lang="en-US" b="1"/>
              <a:t>Task Definition</a:t>
            </a:r>
          </a:p>
          <a:p>
            <a:pPr marL="0" lvl="1" indent="0">
              <a:buFont typeface="Arial" panose="020B0604020202020204" pitchFamily="34" charset="0"/>
              <a:buNone/>
            </a:pPr>
            <a:r>
              <a:t>Describes the goal or responsibility the individual had within the scenario.</a:t>
            </a:r>
            <a:endParaRPr lang="en-US"/>
          </a:p>
          <a:p>
            <a:pPr marL="0" indent="0">
              <a:spcBef>
                <a:spcPts val="2500"/>
              </a:spcBef>
              <a:buFont typeface="Arial" panose="020B0604020202020204" pitchFamily="34" charset="0"/>
              <a:buNone/>
            </a:pPr>
            <a:r>
              <a:rPr lang="en-US" b="1"/>
              <a:t>Action Steps</a:t>
            </a:r>
          </a:p>
          <a:p>
            <a:pPr marL="0" lvl="1" indent="0">
              <a:buFont typeface="Arial" panose="020B0604020202020204" pitchFamily="34" charset="0"/>
              <a:buNone/>
            </a:pPr>
            <a:r>
              <a:t>Explains the specific steps taken to resolve the issue, showing problem-solving skills.</a:t>
            </a:r>
            <a:endParaRPr lang="en-US"/>
          </a:p>
          <a:p>
            <a:pPr marL="0" indent="0">
              <a:spcBef>
                <a:spcPts val="2500"/>
              </a:spcBef>
              <a:buFont typeface="Arial" panose="020B0604020202020204" pitchFamily="34" charset="0"/>
              <a:buNone/>
            </a:pPr>
            <a:r>
              <a:rPr lang="en-US" b="1"/>
              <a:t>Result Outcome</a:t>
            </a:r>
          </a:p>
          <a:p>
            <a:pPr marL="0" lvl="1" indent="0">
              <a:buFont typeface="Arial" panose="020B0604020202020204" pitchFamily="34" charset="0"/>
              <a:buNone/>
            </a:pPr>
            <a:r>
              <a:t>Summarizes the measurable outcome or impact achieved from the actions taken.</a:t>
            </a:r>
            <a:endParaRPr lang="en-US"/>
          </a:p>
        </p:txBody>
      </p:sp>
    </p:spTree>
    <p:extLst>
      <p:ext uri="{BB962C8B-B14F-4D97-AF65-F5344CB8AC3E}">
        <p14:creationId xmlns:p14="http://schemas.microsoft.com/office/powerpoint/2010/main" val="38887289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E36BA-9974-E730-C6AB-7C06C698C2A4}"/>
              </a:ext>
            </a:extLst>
          </p:cNvPr>
          <p:cNvSpPr>
            <a:spLocks noGrp="1"/>
          </p:cNvSpPr>
          <p:nvPr>
            <p:ph type="title"/>
          </p:nvPr>
        </p:nvSpPr>
        <p:spPr>
          <a:xfrm>
            <a:off x="700790" y="2880794"/>
            <a:ext cx="7813623" cy="3702571"/>
          </a:xfrm>
        </p:spPr>
        <p:txBody>
          <a:bodyPr anchor="b">
            <a:normAutofit/>
          </a:bodyPr>
          <a:lstStyle/>
          <a:p>
            <a:r>
              <a:rPr lang="en-US"/>
              <a:t>STAR in Action</a:t>
            </a:r>
          </a:p>
        </p:txBody>
      </p:sp>
    </p:spTree>
    <p:extLst>
      <p:ext uri="{BB962C8B-B14F-4D97-AF65-F5344CB8AC3E}">
        <p14:creationId xmlns:p14="http://schemas.microsoft.com/office/powerpoint/2010/main" val="1446814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5804B-8AB5-55CD-67D3-0BB1DDB6C0C6}"/>
              </a:ext>
            </a:extLst>
          </p:cNvPr>
          <p:cNvSpPr>
            <a:spLocks noGrp="1"/>
          </p:cNvSpPr>
          <p:nvPr>
            <p:ph type="title"/>
          </p:nvPr>
        </p:nvSpPr>
        <p:spPr>
          <a:xfrm>
            <a:off x="704088" y="345440"/>
            <a:ext cx="6472566" cy="1133246"/>
          </a:xfrm>
        </p:spPr>
        <p:txBody>
          <a:bodyPr anchor="b">
            <a:normAutofit/>
          </a:bodyPr>
          <a:lstStyle/>
          <a:p>
            <a:r>
              <a:rPr lang="en-US"/>
              <a:t>STAR Method Example</a:t>
            </a:r>
          </a:p>
        </p:txBody>
      </p:sp>
      <p:sp>
        <p:nvSpPr>
          <p:cNvPr id="4" name="Content Placeholder 3">
            <a:extLst>
              <a:ext uri="{FF2B5EF4-FFF2-40B4-BE49-F238E27FC236}">
                <a16:creationId xmlns:a16="http://schemas.microsoft.com/office/drawing/2014/main" id="{61759CF7-ED9D-9615-657F-D09B7BE39CE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Situation Context</a:t>
            </a:r>
          </a:p>
          <a:p>
            <a:pPr marL="0" lvl="1" indent="0">
              <a:buFont typeface="Arial" panose="020B0604020202020204" pitchFamily="34" charset="0"/>
              <a:buNone/>
            </a:pPr>
            <a:r>
              <a:t>A busy IT support environment with multiple user issues creates a high-pressure setting for problem resolution.</a:t>
            </a:r>
            <a:endParaRPr lang="en-US"/>
          </a:p>
          <a:p>
            <a:pPr marL="0" indent="0">
              <a:spcBef>
                <a:spcPts val="2500"/>
              </a:spcBef>
              <a:buFont typeface="Arial" panose="020B0604020202020204" pitchFamily="34" charset="0"/>
              <a:buNone/>
            </a:pPr>
            <a:r>
              <a:rPr lang="en-US" b="1"/>
              <a:t>Task Definition</a:t>
            </a:r>
          </a:p>
          <a:p>
            <a:pPr marL="0" lvl="1" indent="0">
              <a:buFont typeface="Arial" panose="020B0604020202020204" pitchFamily="34" charset="0"/>
              <a:buNone/>
            </a:pPr>
            <a:r>
              <a:t>The task is to quickly restore user access to a critical application while ensuring clear communication.</a:t>
            </a:r>
            <a:endParaRPr lang="en-US"/>
          </a:p>
          <a:p>
            <a:pPr marL="0" indent="0">
              <a:spcBef>
                <a:spcPts val="2500"/>
              </a:spcBef>
              <a:buFont typeface="Arial" panose="020B0604020202020204" pitchFamily="34" charset="0"/>
              <a:buNone/>
            </a:pPr>
            <a:r>
              <a:rPr lang="en-US" b="1"/>
              <a:t>Action Steps</a:t>
            </a:r>
          </a:p>
          <a:p>
            <a:pPr marL="0" lvl="1" indent="0">
              <a:buFont typeface="Arial" panose="020B0604020202020204" pitchFamily="34" charset="0"/>
              <a:buNone/>
            </a:pPr>
            <a:r>
              <a:t>Steps include verifying credentials, checking settings, resetting accounts, documenting work, and following up with users.</a:t>
            </a:r>
            <a:endParaRPr lang="en-US"/>
          </a:p>
          <a:p>
            <a:pPr marL="0" indent="0">
              <a:spcBef>
                <a:spcPts val="2500"/>
              </a:spcBef>
              <a:buFont typeface="Arial" panose="020B0604020202020204" pitchFamily="34" charset="0"/>
              <a:buNone/>
            </a:pPr>
            <a:r>
              <a:rPr lang="en-US" b="1"/>
              <a:t>Result Achieved</a:t>
            </a:r>
          </a:p>
          <a:p>
            <a:pPr marL="0" lvl="1" indent="0">
              <a:buFont typeface="Arial" panose="020B0604020202020204" pitchFamily="34" charset="0"/>
              <a:buNone/>
            </a:pPr>
            <a:r>
              <a:t>User access is restored promptly, productivity resumes, and positive feedback is received from supervisors.</a:t>
            </a:r>
            <a:endParaRPr lang="en-US"/>
          </a:p>
        </p:txBody>
      </p:sp>
      <p:pic>
        <p:nvPicPr>
          <p:cNvPr id="5" name="Content Placeholder 4" descr="Boss and Secretary In The Office Working">
            <a:extLst>
              <a:ext uri="{FF2B5EF4-FFF2-40B4-BE49-F238E27FC236}">
                <a16:creationId xmlns:a16="http://schemas.microsoft.com/office/drawing/2014/main" id="{810A0120-7F7D-4D9F-A90D-DCC9CE7507FC}"/>
              </a:ext>
            </a:extLst>
          </p:cNvPr>
          <p:cNvPicPr>
            <a:picLocks noGrp="1" noChangeAspect="1"/>
          </p:cNvPicPr>
          <p:nvPr>
            <p:ph type="pic" sz="quarter" idx="13"/>
          </p:nvPr>
        </p:nvPicPr>
        <p:blipFill>
          <a:blip r:embed="rId3"/>
          <a:srcRect l="31330" r="28155" b="2"/>
          <a:stretch>
            <a:fillRect/>
          </a:stretch>
        </p:blipFill>
        <p:spPr>
          <a:xfrm>
            <a:off x="8044872" y="10"/>
            <a:ext cx="4147127" cy="6857990"/>
          </a:xfrm>
        </p:spPr>
      </p:pic>
    </p:spTree>
    <p:extLst>
      <p:ext uri="{BB962C8B-B14F-4D97-AF65-F5344CB8AC3E}">
        <p14:creationId xmlns:p14="http://schemas.microsoft.com/office/powerpoint/2010/main" val="213174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A6562-B0CB-87D7-8E9A-5CC31A3B335C}"/>
              </a:ext>
            </a:extLst>
          </p:cNvPr>
          <p:cNvSpPr>
            <a:spLocks noGrp="1"/>
          </p:cNvSpPr>
          <p:nvPr>
            <p:ph type="title"/>
          </p:nvPr>
        </p:nvSpPr>
        <p:spPr>
          <a:xfrm>
            <a:off x="700790" y="2880794"/>
            <a:ext cx="7813623" cy="3702571"/>
          </a:xfrm>
        </p:spPr>
        <p:txBody>
          <a:bodyPr anchor="b">
            <a:normAutofit/>
          </a:bodyPr>
          <a:lstStyle/>
          <a:p>
            <a:r>
              <a:rPr lang="en-US"/>
              <a:t>Interview Story Development</a:t>
            </a:r>
          </a:p>
        </p:txBody>
      </p:sp>
    </p:spTree>
    <p:extLst>
      <p:ext uri="{BB962C8B-B14F-4D97-AF65-F5344CB8AC3E}">
        <p14:creationId xmlns:p14="http://schemas.microsoft.com/office/powerpoint/2010/main" val="3691915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D2C32-E484-8423-987C-EA134BC7E99C}"/>
              </a:ext>
            </a:extLst>
          </p:cNvPr>
          <p:cNvSpPr>
            <a:spLocks noGrp="1"/>
          </p:cNvSpPr>
          <p:nvPr>
            <p:ph type="title"/>
          </p:nvPr>
        </p:nvSpPr>
        <p:spPr>
          <a:xfrm>
            <a:off x="700791" y="950976"/>
            <a:ext cx="4349424" cy="1459193"/>
          </a:xfrm>
        </p:spPr>
        <p:txBody>
          <a:bodyPr anchor="t">
            <a:normAutofit/>
          </a:bodyPr>
          <a:lstStyle/>
          <a:p>
            <a:r>
              <a:rPr lang="en-US"/>
              <a:t>Building a Story Bank</a:t>
            </a:r>
          </a:p>
        </p:txBody>
      </p:sp>
      <p:pic>
        <p:nvPicPr>
          <p:cNvPr id="5" name="Content Placeholder 4" descr="Young couple moving in to a new apartment. Shallow DOF. Developed from RAW; retouched with special care and attention; Small amount of grain added for best final impression. 16 bit Adobe RGB color profile.">
            <a:extLst>
              <a:ext uri="{FF2B5EF4-FFF2-40B4-BE49-F238E27FC236}">
                <a16:creationId xmlns:a16="http://schemas.microsoft.com/office/drawing/2014/main" id="{50E7ED65-366D-4A5C-881D-62B2428BD9FC}"/>
              </a:ext>
            </a:extLst>
          </p:cNvPr>
          <p:cNvPicPr>
            <a:picLocks noGrp="1" noChangeAspect="1"/>
          </p:cNvPicPr>
          <p:nvPr>
            <p:ph type="pic" sz="quarter" idx="13"/>
          </p:nvPr>
        </p:nvPicPr>
        <p:blipFill>
          <a:blip r:embed="rId3"/>
          <a:srcRect l="27161" r="3268"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3536E1F9-BBE9-C3FC-D694-17B4574BBB6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Purpose of a Story Bank</a:t>
            </a:r>
          </a:p>
          <a:p>
            <a:pPr marL="0" lvl="1" indent="0">
              <a:buFont typeface="Arial" panose="020B0604020202020204" pitchFamily="34" charset="0"/>
              <a:buNone/>
            </a:pPr>
            <a:r>
              <a:t>A personal story bank prepares candidates with adaptable examples for various behavioral interview questions. It reduces anxiety and boosts confidence.</a:t>
            </a:r>
            <a:endParaRPr lang="en-US"/>
          </a:p>
          <a:p>
            <a:pPr marL="0" indent="0">
              <a:spcBef>
                <a:spcPts val="2500"/>
              </a:spcBef>
              <a:buFont typeface="Arial" panose="020B0604020202020204" pitchFamily="34" charset="0"/>
              <a:buNone/>
            </a:pPr>
            <a:r>
              <a:rPr lang="en-US" b="1"/>
              <a:t>Story Themes to Cover</a:t>
            </a:r>
          </a:p>
          <a:p>
            <a:pPr marL="0" lvl="1" indent="0">
              <a:buFont typeface="Arial" panose="020B0604020202020204" pitchFamily="34" charset="0"/>
              <a:buNone/>
            </a:pPr>
            <a:r>
              <a:t>Stories should cover themes like teamwork, problem-solving, communication, and reliability for versatile interview answers.</a:t>
            </a:r>
            <a:endParaRPr lang="en-US"/>
          </a:p>
          <a:p>
            <a:pPr marL="0" indent="0">
              <a:spcBef>
                <a:spcPts val="2500"/>
              </a:spcBef>
              <a:buFont typeface="Arial" panose="020B0604020202020204" pitchFamily="34" charset="0"/>
              <a:buNone/>
            </a:pPr>
            <a:r>
              <a:rPr lang="en-US" b="1"/>
              <a:t>Story Adaptability</a:t>
            </a:r>
          </a:p>
          <a:p>
            <a:pPr marL="0" lvl="1" indent="0">
              <a:buFont typeface="Arial" panose="020B0604020202020204" pitchFamily="34" charset="0"/>
              <a:buNone/>
            </a:pPr>
            <a:r>
              <a:t>One story can be reshaped to address multiple questions, such as conflict resolution or handling pressure.</a:t>
            </a:r>
            <a:endParaRPr lang="en-US"/>
          </a:p>
          <a:p>
            <a:pPr marL="0" indent="0">
              <a:spcBef>
                <a:spcPts val="2500"/>
              </a:spcBef>
              <a:buFont typeface="Arial" panose="020B0604020202020204" pitchFamily="34" charset="0"/>
              <a:buNone/>
            </a:pPr>
            <a:r>
              <a:rPr lang="en-US" b="1"/>
              <a:t>Maintaining the Story Bank</a:t>
            </a:r>
          </a:p>
          <a:p>
            <a:pPr marL="0" lvl="1" indent="0">
              <a:buFont typeface="Arial" panose="020B0604020202020204" pitchFamily="34" charset="0"/>
              <a:buNone/>
            </a:pPr>
            <a:r>
              <a:t>Keeping stories in digital notes or journals helps refine narratives and ensures ongoing interview preparation.</a:t>
            </a:r>
            <a:endParaRPr lang="en-US"/>
          </a:p>
        </p:txBody>
      </p:sp>
    </p:spTree>
    <p:extLst>
      <p:ext uri="{BB962C8B-B14F-4D97-AF65-F5344CB8AC3E}">
        <p14:creationId xmlns:p14="http://schemas.microsoft.com/office/powerpoint/2010/main" val="12653221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F252A-BCEF-1D5C-C828-E5571EB3B891}"/>
              </a:ext>
            </a:extLst>
          </p:cNvPr>
          <p:cNvSpPr>
            <a:spLocks noGrp="1"/>
          </p:cNvSpPr>
          <p:nvPr>
            <p:ph type="title"/>
          </p:nvPr>
        </p:nvSpPr>
        <p:spPr>
          <a:xfrm>
            <a:off x="700790" y="2880794"/>
            <a:ext cx="7813623" cy="3702571"/>
          </a:xfrm>
        </p:spPr>
        <p:txBody>
          <a:bodyPr anchor="b">
            <a:normAutofit/>
          </a:bodyPr>
          <a:lstStyle/>
          <a:p>
            <a:r>
              <a:rPr lang="en-US"/>
              <a:t>Transferable Skills</a:t>
            </a:r>
          </a:p>
        </p:txBody>
      </p:sp>
    </p:spTree>
    <p:extLst>
      <p:ext uri="{BB962C8B-B14F-4D97-AF65-F5344CB8AC3E}">
        <p14:creationId xmlns:p14="http://schemas.microsoft.com/office/powerpoint/2010/main" val="5396421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28A25-8D7D-D194-2C46-80132EB39202}"/>
              </a:ext>
            </a:extLst>
          </p:cNvPr>
          <p:cNvSpPr>
            <a:spLocks noGrp="1"/>
          </p:cNvSpPr>
          <p:nvPr>
            <p:ph type="title"/>
          </p:nvPr>
        </p:nvSpPr>
        <p:spPr>
          <a:xfrm>
            <a:off x="700791" y="950976"/>
            <a:ext cx="4349424" cy="1459193"/>
          </a:xfrm>
        </p:spPr>
        <p:txBody>
          <a:bodyPr anchor="t">
            <a:normAutofit/>
          </a:bodyPr>
          <a:lstStyle/>
          <a:p>
            <a:r>
              <a:rPr lang="en-US"/>
              <a:t>Translating Non‑IT Experience</a:t>
            </a:r>
          </a:p>
        </p:txBody>
      </p:sp>
      <p:pic>
        <p:nvPicPr>
          <p:cNvPr id="5" name="Content Placeholder 4" descr="Customer satisfaction survey feedback">
            <a:extLst>
              <a:ext uri="{FF2B5EF4-FFF2-40B4-BE49-F238E27FC236}">
                <a16:creationId xmlns:a16="http://schemas.microsoft.com/office/drawing/2014/main" id="{A277972C-9AC9-450B-9D50-5EA8F0701EA5}"/>
              </a:ext>
            </a:extLst>
          </p:cNvPr>
          <p:cNvPicPr>
            <a:picLocks noGrp="1" noChangeAspect="1"/>
          </p:cNvPicPr>
          <p:nvPr>
            <p:ph type="pic" sz="quarter" idx="13"/>
          </p:nvPr>
        </p:nvPicPr>
        <p:blipFill>
          <a:blip r:embed="rId3"/>
          <a:srcRect l="4465" r="25963"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E13BD1EE-4CDB-E868-262D-FEA35F41173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Retail Skills to IT Support</a:t>
            </a:r>
          </a:p>
          <a:p>
            <a:pPr marL="0" lvl="1" indent="0">
              <a:buFont typeface="Arial" panose="020B0604020202020204" pitchFamily="34" charset="0"/>
              <a:buNone/>
            </a:pPr>
            <a:r>
              <a:t>Retail experience builds communication, patience, and customer service skills key for help desk and Tier 1 support roles.</a:t>
            </a:r>
            <a:endParaRPr lang="en-US"/>
          </a:p>
          <a:p>
            <a:pPr marL="0" indent="0">
              <a:spcBef>
                <a:spcPts val="2500"/>
              </a:spcBef>
              <a:buFont typeface="Arial" panose="020B0604020202020204" pitchFamily="34" charset="0"/>
              <a:buNone/>
            </a:pPr>
            <a:r>
              <a:rPr lang="en-US" b="1"/>
              <a:t>Logistics to Systems Thinking</a:t>
            </a:r>
          </a:p>
          <a:p>
            <a:pPr marL="0" lvl="1" indent="0">
              <a:buFont typeface="Arial" panose="020B0604020202020204" pitchFamily="34" charset="0"/>
              <a:buNone/>
            </a:pPr>
            <a:r>
              <a:t>Logistics roles develop process orientation and documentation habits vital for IT systems management and troubleshooting.</a:t>
            </a:r>
            <a:endParaRPr lang="en-US"/>
          </a:p>
          <a:p>
            <a:pPr marL="0" indent="0">
              <a:spcBef>
                <a:spcPts val="2500"/>
              </a:spcBef>
              <a:buFont typeface="Arial" panose="020B0604020202020204" pitchFamily="34" charset="0"/>
              <a:buNone/>
            </a:pPr>
            <a:r>
              <a:rPr lang="en-US" b="1"/>
              <a:t>Military Experience in Security</a:t>
            </a:r>
          </a:p>
          <a:p>
            <a:pPr marL="0" lvl="1" indent="0">
              <a:buFont typeface="Arial" panose="020B0604020202020204" pitchFamily="34" charset="0"/>
              <a:buNone/>
            </a:pPr>
            <a:r>
              <a:t>Military backgrounds demonstrate discipline, teamwork, and high-pressure comfort valued in security operations roles.</a:t>
            </a:r>
            <a:endParaRPr lang="en-US"/>
          </a:p>
          <a:p>
            <a:pPr marL="0" indent="0">
              <a:spcBef>
                <a:spcPts val="2500"/>
              </a:spcBef>
              <a:buFont typeface="Arial" panose="020B0604020202020204" pitchFamily="34" charset="0"/>
              <a:buNone/>
            </a:pPr>
            <a:r>
              <a:rPr lang="en-US" b="1"/>
              <a:t>Customer Support to Troubleshooting</a:t>
            </a:r>
          </a:p>
          <a:p>
            <a:pPr marL="0" lvl="1" indent="0">
              <a:buFont typeface="Arial" panose="020B0604020202020204" pitchFamily="34" charset="0"/>
              <a:buNone/>
            </a:pPr>
            <a:r>
              <a:t>Customer support experience aligns with troubleshooting, conflict resolution, and empathy for end users.</a:t>
            </a:r>
            <a:endParaRPr lang="en-US"/>
          </a:p>
        </p:txBody>
      </p:sp>
    </p:spTree>
    <p:extLst>
      <p:ext uri="{BB962C8B-B14F-4D97-AF65-F5344CB8AC3E}">
        <p14:creationId xmlns:p14="http://schemas.microsoft.com/office/powerpoint/2010/main" val="3669475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A8B3F-E71B-EABC-F513-A9880E0F98D0}"/>
              </a:ext>
            </a:extLst>
          </p:cNvPr>
          <p:cNvSpPr>
            <a:spLocks noGrp="1"/>
          </p:cNvSpPr>
          <p:nvPr>
            <p:ph type="title"/>
          </p:nvPr>
        </p:nvSpPr>
        <p:spPr>
          <a:xfrm>
            <a:off x="700790" y="2880794"/>
            <a:ext cx="7813623" cy="3702571"/>
          </a:xfrm>
        </p:spPr>
        <p:txBody>
          <a:bodyPr anchor="b">
            <a:normAutofit/>
          </a:bodyPr>
          <a:lstStyle/>
          <a:p>
            <a:r>
              <a:rPr lang="en-US"/>
              <a:t>Career Narratives</a:t>
            </a:r>
          </a:p>
        </p:txBody>
      </p:sp>
    </p:spTree>
    <p:extLst>
      <p:ext uri="{BB962C8B-B14F-4D97-AF65-F5344CB8AC3E}">
        <p14:creationId xmlns:p14="http://schemas.microsoft.com/office/powerpoint/2010/main" val="8198533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E9844-B13E-3EFB-803B-4FC767D7CBCB}"/>
              </a:ext>
            </a:extLst>
          </p:cNvPr>
          <p:cNvSpPr>
            <a:spLocks noGrp="1"/>
          </p:cNvSpPr>
          <p:nvPr>
            <p:ph type="title"/>
          </p:nvPr>
        </p:nvSpPr>
        <p:spPr>
          <a:xfrm>
            <a:off x="700791" y="950976"/>
            <a:ext cx="4349424" cy="1459193"/>
          </a:xfrm>
        </p:spPr>
        <p:txBody>
          <a:bodyPr anchor="t">
            <a:normAutofit/>
          </a:bodyPr>
          <a:lstStyle/>
          <a:p>
            <a:r>
              <a:rPr lang="en-US"/>
              <a:t>Explaining Career Pivots</a:t>
            </a:r>
          </a:p>
        </p:txBody>
      </p:sp>
      <p:pic>
        <p:nvPicPr>
          <p:cNvPr id="5" name="Content Placeholder 4" descr="A row of arrows pointing in the same direction. Signifying that this is the right course.">
            <a:extLst>
              <a:ext uri="{FF2B5EF4-FFF2-40B4-BE49-F238E27FC236}">
                <a16:creationId xmlns:a16="http://schemas.microsoft.com/office/drawing/2014/main" id="{87609703-AF19-4342-BD1F-B5A50EF5E202}"/>
              </a:ext>
            </a:extLst>
          </p:cNvPr>
          <p:cNvPicPr>
            <a:picLocks noGrp="1" noChangeAspect="1"/>
          </p:cNvPicPr>
          <p:nvPr>
            <p:ph type="pic" sz="quarter" idx="13"/>
          </p:nvPr>
        </p:nvPicPr>
        <p:blipFill>
          <a:blip r:embed="rId3"/>
          <a:srcRect r="22093"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4656CEA7-937D-2CAC-4553-654502CC309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Positive Framing of Pivots</a:t>
            </a:r>
          </a:p>
          <a:p>
            <a:pPr marL="0" lvl="1" indent="0">
              <a:buFont typeface="Arial" panose="020B0604020202020204" pitchFamily="34" charset="0"/>
              <a:buNone/>
            </a:pPr>
            <a:r>
              <a:t>Candidates should frame career pivots positively by clearly articulating motivations and connecting past experience to future goals.</a:t>
            </a:r>
            <a:endParaRPr lang="en-US"/>
          </a:p>
          <a:p>
            <a:pPr marL="0" indent="0">
              <a:spcBef>
                <a:spcPts val="2500"/>
              </a:spcBef>
              <a:buFont typeface="Arial" panose="020B0604020202020204" pitchFamily="34" charset="0"/>
              <a:buNone/>
            </a:pPr>
            <a:r>
              <a:rPr lang="en-US" b="1"/>
              <a:t>Highlighting Motivations</a:t>
            </a:r>
          </a:p>
          <a:p>
            <a:pPr marL="0" lvl="1" indent="0">
              <a:buFont typeface="Arial" panose="020B0604020202020204" pitchFamily="34" charset="0"/>
              <a:buNone/>
            </a:pPr>
            <a:r>
              <a:t>Focus on motivations like interest in technology, desire for growth, or curiosity about cybersecurity during interviews.</a:t>
            </a:r>
            <a:endParaRPr lang="en-US"/>
          </a:p>
          <a:p>
            <a:pPr marL="0" indent="0">
              <a:spcBef>
                <a:spcPts val="2500"/>
              </a:spcBef>
              <a:buFont typeface="Arial" panose="020B0604020202020204" pitchFamily="34" charset="0"/>
              <a:buNone/>
            </a:pPr>
            <a:r>
              <a:rPr lang="en-US" b="1"/>
              <a:t>Demonstrating Commitment</a:t>
            </a:r>
          </a:p>
          <a:p>
            <a:pPr marL="0" lvl="1" indent="0">
              <a:buFont typeface="Arial" panose="020B0604020202020204" pitchFamily="34" charset="0"/>
              <a:buNone/>
            </a:pPr>
            <a:r>
              <a:t>Emphasize proactive steps like certifications, training, and hands-on labs to show dedication to the new career.</a:t>
            </a:r>
            <a:endParaRPr lang="en-US"/>
          </a:p>
          <a:p>
            <a:pPr marL="0" indent="0">
              <a:spcBef>
                <a:spcPts val="2500"/>
              </a:spcBef>
              <a:buFont typeface="Arial" panose="020B0604020202020204" pitchFamily="34" charset="0"/>
              <a:buNone/>
            </a:pPr>
            <a:r>
              <a:rPr lang="en-US" b="1"/>
              <a:t>Crafting a Concise Narrative</a:t>
            </a:r>
          </a:p>
          <a:p>
            <a:pPr marL="0" lvl="1" indent="0">
              <a:buFont typeface="Arial" panose="020B0604020202020204" pitchFamily="34" charset="0"/>
              <a:buNone/>
            </a:pPr>
            <a:r>
              <a:t>Create a clear and concise narrative that shows self-awareness, clarity, and forward momentum without justifying past decisions.</a:t>
            </a:r>
            <a:endParaRPr lang="en-US"/>
          </a:p>
        </p:txBody>
      </p:sp>
    </p:spTree>
    <p:extLst>
      <p:ext uri="{BB962C8B-B14F-4D97-AF65-F5344CB8AC3E}">
        <p14:creationId xmlns:p14="http://schemas.microsoft.com/office/powerpoint/2010/main" val="759134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F287A-9541-BF81-438C-DDCE2BE6B83B}"/>
              </a:ext>
            </a:extLst>
          </p:cNvPr>
          <p:cNvSpPr>
            <a:spLocks noGrp="1"/>
          </p:cNvSpPr>
          <p:nvPr>
            <p:ph type="title"/>
          </p:nvPr>
        </p:nvSpPr>
        <p:spPr>
          <a:xfrm>
            <a:off x="700790" y="2880794"/>
            <a:ext cx="7813623" cy="3702571"/>
          </a:xfrm>
        </p:spPr>
        <p:txBody>
          <a:bodyPr anchor="b">
            <a:normAutofit/>
          </a:bodyPr>
          <a:lstStyle/>
          <a:p>
            <a:r>
              <a:rPr lang="en-US"/>
              <a:t>Addressing Gaps</a:t>
            </a:r>
          </a:p>
        </p:txBody>
      </p:sp>
    </p:spTree>
    <p:extLst>
      <p:ext uri="{BB962C8B-B14F-4D97-AF65-F5344CB8AC3E}">
        <p14:creationId xmlns:p14="http://schemas.microsoft.com/office/powerpoint/2010/main" val="42680864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B947C-3461-DCD8-6BDB-49C3AEEAE401}"/>
              </a:ext>
            </a:extLst>
          </p:cNvPr>
          <p:cNvSpPr>
            <a:spLocks noGrp="1"/>
          </p:cNvSpPr>
          <p:nvPr>
            <p:ph type="title"/>
          </p:nvPr>
        </p:nvSpPr>
        <p:spPr>
          <a:xfrm>
            <a:off x="699660" y="549041"/>
            <a:ext cx="9893999" cy="1077379"/>
          </a:xfrm>
        </p:spPr>
        <p:txBody>
          <a:bodyPr anchor="b">
            <a:normAutofit/>
          </a:bodyPr>
          <a:lstStyle/>
          <a:p>
            <a:r>
              <a:rPr lang="en-US"/>
              <a:t>Explaining Employment Gaps</a:t>
            </a:r>
          </a:p>
        </p:txBody>
      </p:sp>
      <p:sp>
        <p:nvSpPr>
          <p:cNvPr id="4" name="Content Placeholder 3">
            <a:extLst>
              <a:ext uri="{FF2B5EF4-FFF2-40B4-BE49-F238E27FC236}">
                <a16:creationId xmlns:a16="http://schemas.microsoft.com/office/drawing/2014/main" id="{ABE5B576-8266-A2E7-FA02-B5F8F92D459A}"/>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9660" y="1946581"/>
            <a:ext cx="4421459" cy="4244236"/>
          </a:xfrm>
        </p:spPr>
        <p:txBody>
          <a:bodyPr>
            <a:normAutofit/>
          </a:bodyPr>
          <a:lstStyle/>
          <a:p>
            <a:pPr marL="0" indent="0">
              <a:lnSpc>
                <a:spcPct val="110000"/>
              </a:lnSpc>
              <a:spcBef>
                <a:spcPts val="2500"/>
              </a:spcBef>
              <a:buFont typeface="Arial" panose="020B0604020202020204" pitchFamily="34" charset="0"/>
              <a:buNone/>
            </a:pPr>
            <a:r>
              <a:rPr lang="en-US" sz="1200" b="1"/>
              <a:t>Acknowledging Employment Gaps</a:t>
            </a:r>
          </a:p>
          <a:p>
            <a:pPr marL="0" lvl="1" indent="0">
              <a:lnSpc>
                <a:spcPct val="110000"/>
              </a:lnSpc>
              <a:buFont typeface="Arial" panose="020B0604020202020204" pitchFamily="34" charset="0"/>
              <a:buNone/>
            </a:pPr>
            <a:r>
              <a:rPr lang="en-US" sz="1200"/>
              <a:t>Candidates should acknowledge employment gaps clearly and briefly to maintain transparency with employers.</a:t>
            </a:r>
          </a:p>
          <a:p>
            <a:pPr marL="0" indent="0">
              <a:lnSpc>
                <a:spcPct val="110000"/>
              </a:lnSpc>
              <a:spcBef>
                <a:spcPts val="2500"/>
              </a:spcBef>
              <a:buFont typeface="Arial" panose="020B0604020202020204" pitchFamily="34" charset="0"/>
              <a:buNone/>
            </a:pPr>
            <a:r>
              <a:rPr lang="en-US" sz="1200" b="1"/>
              <a:t>Providing Factual Reasons</a:t>
            </a:r>
          </a:p>
          <a:p>
            <a:pPr marL="0" lvl="1" indent="0">
              <a:lnSpc>
                <a:spcPct val="110000"/>
              </a:lnSpc>
              <a:buFont typeface="Arial" panose="020B0604020202020204" pitchFamily="34" charset="0"/>
              <a:buNone/>
            </a:pPr>
            <a:r>
              <a:rPr lang="en-US" sz="1200"/>
              <a:t>Briefly explaining the reason for gaps by highlighting family, health, or educational causes reassures employers.</a:t>
            </a:r>
          </a:p>
          <a:p>
            <a:pPr marL="0" indent="0">
              <a:lnSpc>
                <a:spcPct val="110000"/>
              </a:lnSpc>
              <a:spcBef>
                <a:spcPts val="2500"/>
              </a:spcBef>
              <a:buFont typeface="Arial" panose="020B0604020202020204" pitchFamily="34" charset="0"/>
              <a:buNone/>
            </a:pPr>
            <a:r>
              <a:rPr lang="en-US" sz="1200" b="1"/>
              <a:t>Highlighting Productive Activities</a:t>
            </a:r>
          </a:p>
          <a:p>
            <a:pPr marL="0" lvl="1" indent="0">
              <a:lnSpc>
                <a:spcPct val="110000"/>
              </a:lnSpc>
              <a:buFont typeface="Arial" panose="020B0604020202020204" pitchFamily="34" charset="0"/>
              <a:buNone/>
            </a:pPr>
            <a:r>
              <a:rPr lang="en-US" sz="1200"/>
              <a:t>Emphasize constructive activities during gaps like volunteering, coursework, or skill development to demonstrate growth.</a:t>
            </a:r>
          </a:p>
          <a:p>
            <a:pPr marL="0" indent="0">
              <a:lnSpc>
                <a:spcPct val="110000"/>
              </a:lnSpc>
              <a:spcBef>
                <a:spcPts val="2500"/>
              </a:spcBef>
              <a:buFont typeface="Arial" panose="020B0604020202020204" pitchFamily="34" charset="0"/>
              <a:buNone/>
            </a:pPr>
            <a:r>
              <a:rPr lang="en-US" sz="1200" b="1"/>
              <a:t>Maintaining Professionalism</a:t>
            </a:r>
          </a:p>
          <a:p>
            <a:pPr marL="0" lvl="1" indent="0">
              <a:lnSpc>
                <a:spcPct val="110000"/>
              </a:lnSpc>
              <a:buFont typeface="Arial" panose="020B0604020202020204" pitchFamily="34" charset="0"/>
              <a:buNone/>
            </a:pPr>
            <a:r>
              <a:rPr lang="en-US" sz="1200"/>
              <a:t>Focus on professionalism and confidence rather than oversharing personal details during the interview.</a:t>
            </a:r>
          </a:p>
        </p:txBody>
      </p:sp>
      <p:pic>
        <p:nvPicPr>
          <p:cNvPr id="5" name="Content Placeholder 4" descr="Success Graph">
            <a:extLst>
              <a:ext uri="{FF2B5EF4-FFF2-40B4-BE49-F238E27FC236}">
                <a16:creationId xmlns:a16="http://schemas.microsoft.com/office/drawing/2014/main" id="{F8EE6FB0-C920-46D2-9615-EEC7C4F0CD58}"/>
              </a:ext>
            </a:extLst>
          </p:cNvPr>
          <p:cNvPicPr>
            <a:picLocks noGrp="1" noChangeAspect="1"/>
          </p:cNvPicPr>
          <p:nvPr>
            <p:ph sz="half" idx="2"/>
          </p:nvPr>
        </p:nvPicPr>
        <p:blipFill>
          <a:blip r:embed="rId3"/>
          <a:stretch>
            <a:fillRect/>
          </a:stretch>
        </p:blipFill>
        <p:spPr>
          <a:xfrm>
            <a:off x="6172200" y="2593037"/>
            <a:ext cx="4421459" cy="2951323"/>
          </a:xfrm>
        </p:spPr>
      </p:pic>
    </p:spTree>
    <p:extLst>
      <p:ext uri="{BB962C8B-B14F-4D97-AF65-F5344CB8AC3E}">
        <p14:creationId xmlns:p14="http://schemas.microsoft.com/office/powerpoint/2010/main" val="38916411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3747-2739-4B30-731F-A56DBAA722EF}"/>
              </a:ext>
            </a:extLst>
          </p:cNvPr>
          <p:cNvSpPr>
            <a:spLocks noGrp="1"/>
          </p:cNvSpPr>
          <p:nvPr>
            <p:ph type="title"/>
          </p:nvPr>
        </p:nvSpPr>
        <p:spPr>
          <a:xfrm>
            <a:off x="700790" y="2880794"/>
            <a:ext cx="7813623" cy="3702571"/>
          </a:xfrm>
        </p:spPr>
        <p:txBody>
          <a:bodyPr anchor="b">
            <a:normAutofit/>
          </a:bodyPr>
          <a:lstStyle/>
          <a:p>
            <a:r>
              <a:rPr lang="en-US"/>
              <a:t>Self‑Assessment Questions</a:t>
            </a:r>
          </a:p>
        </p:txBody>
      </p:sp>
    </p:spTree>
    <p:extLst>
      <p:ext uri="{BB962C8B-B14F-4D97-AF65-F5344CB8AC3E}">
        <p14:creationId xmlns:p14="http://schemas.microsoft.com/office/powerpoint/2010/main" val="5650684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327-C973-A85C-03DE-CFA3CA697EA2}"/>
              </a:ext>
            </a:extLst>
          </p:cNvPr>
          <p:cNvSpPr>
            <a:spLocks noGrp="1"/>
          </p:cNvSpPr>
          <p:nvPr>
            <p:ph type="title"/>
          </p:nvPr>
        </p:nvSpPr>
        <p:spPr>
          <a:xfrm>
            <a:off x="700791" y="950976"/>
            <a:ext cx="4349424" cy="1459193"/>
          </a:xfrm>
        </p:spPr>
        <p:txBody>
          <a:bodyPr anchor="t">
            <a:normAutofit/>
          </a:bodyPr>
          <a:lstStyle/>
          <a:p>
            <a:r>
              <a:rPr lang="en-US"/>
              <a:t>Strengths and Weaknesses</a:t>
            </a:r>
          </a:p>
        </p:txBody>
      </p:sp>
      <p:pic>
        <p:nvPicPr>
          <p:cNvPr id="5" name="Content Placeholder 4" descr="Businessman drawing a balance bar symboling &quot;man and 2 man&quot;">
            <a:extLst>
              <a:ext uri="{FF2B5EF4-FFF2-40B4-BE49-F238E27FC236}">
                <a16:creationId xmlns:a16="http://schemas.microsoft.com/office/drawing/2014/main" id="{901F76AC-45D1-4542-AA85-C4F331D1E27D}"/>
              </a:ext>
            </a:extLst>
          </p:cNvPr>
          <p:cNvPicPr>
            <a:picLocks noGrp="1" noChangeAspect="1"/>
          </p:cNvPicPr>
          <p:nvPr>
            <p:ph type="pic" sz="quarter" idx="13"/>
          </p:nvPr>
        </p:nvPicPr>
        <p:blipFill>
          <a:blip r:embed="rId3"/>
          <a:srcRect l="3727" r="19927" b="-1"/>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555CB6B6-15D0-DD2D-6FA6-3705397B2AB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Highlighting Relevant Strengths</a:t>
            </a:r>
          </a:p>
          <a:p>
            <a:pPr marL="0" lvl="1" indent="0">
              <a:buFont typeface="Arial" panose="020B0604020202020204" pitchFamily="34" charset="0"/>
              <a:buNone/>
            </a:pPr>
            <a:r>
              <a:t>Candidates should emphasize strengths that support technical and customer tasks, such as patience and analytical thinking.</a:t>
            </a:r>
            <a:endParaRPr lang="en-US"/>
          </a:p>
          <a:p>
            <a:pPr marL="0" indent="0">
              <a:spcBef>
                <a:spcPts val="2500"/>
              </a:spcBef>
              <a:buFont typeface="Arial" panose="020B0604020202020204" pitchFamily="34" charset="0"/>
              <a:buNone/>
            </a:pPr>
            <a:r>
              <a:rPr lang="en-US" b="1"/>
              <a:t>Assessing Weaknesses Authentically</a:t>
            </a:r>
          </a:p>
          <a:p>
            <a:pPr marL="0" lvl="1" indent="0">
              <a:buFont typeface="Arial" panose="020B0604020202020204" pitchFamily="34" charset="0"/>
              <a:buNone/>
            </a:pPr>
            <a:r>
              <a:t>Employers look for self-awareness and willingness to improve through real, manageable growth areas like time management.</a:t>
            </a:r>
            <a:endParaRPr lang="en-US"/>
          </a:p>
          <a:p>
            <a:pPr marL="0" indent="0">
              <a:spcBef>
                <a:spcPts val="2500"/>
              </a:spcBef>
              <a:buFont typeface="Arial" panose="020B0604020202020204" pitchFamily="34" charset="0"/>
              <a:buNone/>
            </a:pPr>
            <a:r>
              <a:rPr lang="en-US" b="1"/>
              <a:t>Balancing Strengths and Weaknesses</a:t>
            </a:r>
          </a:p>
          <a:p>
            <a:pPr marL="0" lvl="1" indent="0">
              <a:buFont typeface="Arial" panose="020B0604020202020204" pitchFamily="34" charset="0"/>
              <a:buNone/>
            </a:pPr>
            <a:r>
              <a:t>A balanced response shows authenticity without red flags by pairing weaknesses with clear improvement steps.</a:t>
            </a:r>
            <a:endParaRPr lang="en-US"/>
          </a:p>
          <a:p>
            <a:pPr marL="0" indent="0">
              <a:spcBef>
                <a:spcPts val="2500"/>
              </a:spcBef>
              <a:buFont typeface="Arial" panose="020B0604020202020204" pitchFamily="34" charset="0"/>
              <a:buNone/>
            </a:pPr>
            <a:r>
              <a:rPr lang="en-US" b="1"/>
              <a:t>IT Examples for Job Fit</a:t>
            </a:r>
          </a:p>
          <a:p>
            <a:pPr marL="0" lvl="1" indent="0">
              <a:buFont typeface="Arial" panose="020B0604020202020204" pitchFamily="34" charset="0"/>
              <a:buNone/>
            </a:pPr>
            <a:r>
              <a:t>Examples including methodical troubleshooting and seeking help demonstrate maturity and alignment with IT roles.</a:t>
            </a:r>
            <a:endParaRPr lang="en-US"/>
          </a:p>
        </p:txBody>
      </p:sp>
    </p:spTree>
    <p:extLst>
      <p:ext uri="{BB962C8B-B14F-4D97-AF65-F5344CB8AC3E}">
        <p14:creationId xmlns:p14="http://schemas.microsoft.com/office/powerpoint/2010/main" val="26785235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E32A1-8603-2571-9BE3-0CB10F857B10}"/>
              </a:ext>
            </a:extLst>
          </p:cNvPr>
          <p:cNvSpPr>
            <a:spLocks noGrp="1"/>
          </p:cNvSpPr>
          <p:nvPr>
            <p:ph type="title"/>
          </p:nvPr>
        </p:nvSpPr>
        <p:spPr>
          <a:xfrm>
            <a:off x="700790" y="2880794"/>
            <a:ext cx="7813623" cy="3702571"/>
          </a:xfrm>
        </p:spPr>
        <p:txBody>
          <a:bodyPr anchor="b">
            <a:normAutofit/>
          </a:bodyPr>
          <a:lstStyle/>
          <a:p>
            <a:r>
              <a:rPr lang="en-US"/>
              <a:t>Accountability and Growth</a:t>
            </a:r>
          </a:p>
        </p:txBody>
      </p:sp>
    </p:spTree>
    <p:extLst>
      <p:ext uri="{BB962C8B-B14F-4D97-AF65-F5344CB8AC3E}">
        <p14:creationId xmlns:p14="http://schemas.microsoft.com/office/powerpoint/2010/main" val="3316776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890B5-1529-59AB-EF24-97B916269FAC}"/>
              </a:ext>
            </a:extLst>
          </p:cNvPr>
          <p:cNvSpPr>
            <a:spLocks noGrp="1"/>
          </p:cNvSpPr>
          <p:nvPr>
            <p:ph type="title"/>
          </p:nvPr>
        </p:nvSpPr>
        <p:spPr>
          <a:xfrm>
            <a:off x="704088" y="345440"/>
            <a:ext cx="6472566" cy="1133246"/>
          </a:xfrm>
        </p:spPr>
        <p:txBody>
          <a:bodyPr anchor="b">
            <a:normAutofit/>
          </a:bodyPr>
          <a:lstStyle/>
          <a:p>
            <a:r>
              <a:rPr lang="en-US"/>
              <a:t>Discussing Mistakes or Failures</a:t>
            </a:r>
          </a:p>
        </p:txBody>
      </p:sp>
      <p:sp>
        <p:nvSpPr>
          <p:cNvPr id="4" name="Content Placeholder 3">
            <a:extLst>
              <a:ext uri="{FF2B5EF4-FFF2-40B4-BE49-F238E27FC236}">
                <a16:creationId xmlns:a16="http://schemas.microsoft.com/office/drawing/2014/main" id="{72E66146-4B91-47B1-834A-A9B7162F476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Acknowledging Accountability</a:t>
            </a:r>
          </a:p>
          <a:p>
            <a:pPr marL="0" lvl="1" indent="0">
              <a:buFont typeface="Arial" panose="020B0604020202020204" pitchFamily="34" charset="0"/>
              <a:buNone/>
            </a:pPr>
            <a:r>
              <a:t>Demonstrating honesty and responsibility when discussing mistakes builds trust and professionalism.</a:t>
            </a:r>
            <a:endParaRPr lang="en-US"/>
          </a:p>
          <a:p>
            <a:pPr marL="0" indent="0">
              <a:spcBef>
                <a:spcPts val="2500"/>
              </a:spcBef>
              <a:buFont typeface="Arial" panose="020B0604020202020204" pitchFamily="34" charset="0"/>
              <a:buNone/>
            </a:pPr>
            <a:r>
              <a:rPr lang="en-US" b="1"/>
              <a:t>Learning from Errors</a:t>
            </a:r>
          </a:p>
          <a:p>
            <a:pPr marL="0" lvl="1" indent="0">
              <a:buFont typeface="Arial" panose="020B0604020202020204" pitchFamily="34" charset="0"/>
              <a:buNone/>
            </a:pPr>
            <a:r>
              <a:t>Focus on lessons learned and how procedures improved following a mistake to show growth.</a:t>
            </a:r>
            <a:endParaRPr lang="en-US"/>
          </a:p>
          <a:p>
            <a:pPr marL="0" indent="0">
              <a:spcBef>
                <a:spcPts val="2500"/>
              </a:spcBef>
              <a:buFont typeface="Arial" panose="020B0604020202020204" pitchFamily="34" charset="0"/>
              <a:buNone/>
            </a:pPr>
            <a:r>
              <a:rPr lang="en-US" b="1"/>
              <a:t>Role-Specific Examples</a:t>
            </a:r>
          </a:p>
          <a:p>
            <a:pPr marL="0" lvl="1" indent="0">
              <a:buFont typeface="Arial" panose="020B0604020202020204" pitchFamily="34" charset="0"/>
              <a:buNone/>
            </a:pPr>
            <a:r>
              <a:t>Use examples from relevant roles like IT support or cybersecurity to contextualize mistakes clearly.</a:t>
            </a:r>
            <a:endParaRPr lang="en-US"/>
          </a:p>
          <a:p>
            <a:pPr marL="0" indent="0">
              <a:spcBef>
                <a:spcPts val="2500"/>
              </a:spcBef>
              <a:buFont typeface="Arial" panose="020B0604020202020204" pitchFamily="34" charset="0"/>
              <a:buNone/>
            </a:pPr>
            <a:r>
              <a:rPr lang="en-US" b="1"/>
              <a:t>Overcoming Fear</a:t>
            </a:r>
          </a:p>
          <a:p>
            <a:pPr marL="0" lvl="1" indent="0">
              <a:buFont typeface="Arial" panose="020B0604020202020204" pitchFamily="34" charset="0"/>
              <a:buNone/>
            </a:pPr>
            <a:r>
              <a:t>Framing mistakes as learning experiences encourages maturity and reduces fear around discussing failures.</a:t>
            </a:r>
            <a:endParaRPr lang="en-US"/>
          </a:p>
        </p:txBody>
      </p:sp>
      <p:pic>
        <p:nvPicPr>
          <p:cNvPr id="5" name="Content Placeholder 4" descr="Concept of choice, cut out arrows casting shadow on red and blue paper">
            <a:extLst>
              <a:ext uri="{FF2B5EF4-FFF2-40B4-BE49-F238E27FC236}">
                <a16:creationId xmlns:a16="http://schemas.microsoft.com/office/drawing/2014/main" id="{D2C51829-9EF4-49D6-980A-01618592DEFB}"/>
              </a:ext>
            </a:extLst>
          </p:cNvPr>
          <p:cNvPicPr>
            <a:picLocks noGrp="1" noChangeAspect="1"/>
          </p:cNvPicPr>
          <p:nvPr>
            <p:ph type="pic" sz="quarter" idx="13"/>
          </p:nvPr>
        </p:nvPicPr>
        <p:blipFill>
          <a:blip r:embed="rId3"/>
          <a:srcRect l="19490" r="22911"/>
          <a:stretch>
            <a:fillRect/>
          </a:stretch>
        </p:blipFill>
        <p:spPr>
          <a:xfrm>
            <a:off x="8044872" y="10"/>
            <a:ext cx="4147127" cy="6857990"/>
          </a:xfrm>
        </p:spPr>
      </p:pic>
    </p:spTree>
    <p:extLst>
      <p:ext uri="{BB962C8B-B14F-4D97-AF65-F5344CB8AC3E}">
        <p14:creationId xmlns:p14="http://schemas.microsoft.com/office/powerpoint/2010/main" val="7150010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C3164-8ED5-CE74-271E-79F737ADADC1}"/>
              </a:ext>
            </a:extLst>
          </p:cNvPr>
          <p:cNvSpPr>
            <a:spLocks noGrp="1"/>
          </p:cNvSpPr>
          <p:nvPr>
            <p:ph type="title"/>
          </p:nvPr>
        </p:nvSpPr>
        <p:spPr>
          <a:xfrm>
            <a:off x="700790" y="2880794"/>
            <a:ext cx="7813623" cy="3702571"/>
          </a:xfrm>
        </p:spPr>
        <p:txBody>
          <a:bodyPr anchor="b">
            <a:normAutofit/>
          </a:bodyPr>
          <a:lstStyle/>
          <a:p>
            <a:r>
              <a:rPr lang="en-US"/>
              <a:t>Interview Preparation</a:t>
            </a:r>
          </a:p>
        </p:txBody>
      </p:sp>
    </p:spTree>
    <p:extLst>
      <p:ext uri="{BB962C8B-B14F-4D97-AF65-F5344CB8AC3E}">
        <p14:creationId xmlns:p14="http://schemas.microsoft.com/office/powerpoint/2010/main" val="32230836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90B2-7BDA-E564-77F6-D8AB9E334B3E}"/>
              </a:ext>
            </a:extLst>
          </p:cNvPr>
          <p:cNvSpPr>
            <a:spLocks noGrp="1"/>
          </p:cNvSpPr>
          <p:nvPr>
            <p:ph type="title"/>
          </p:nvPr>
        </p:nvSpPr>
        <p:spPr>
          <a:xfrm>
            <a:off x="700791" y="950976"/>
            <a:ext cx="4349424" cy="1459193"/>
          </a:xfrm>
        </p:spPr>
        <p:txBody>
          <a:bodyPr anchor="t">
            <a:normAutofit/>
          </a:bodyPr>
          <a:lstStyle/>
          <a:p>
            <a:r>
              <a:rPr lang="en-US"/>
              <a:t>Interview Preparation Checklist</a:t>
            </a:r>
          </a:p>
        </p:txBody>
      </p:sp>
      <p:pic>
        <p:nvPicPr>
          <p:cNvPr id="5" name="Content Placeholder 4" descr="Stock photograph of job resume inside orange folder.">
            <a:extLst>
              <a:ext uri="{FF2B5EF4-FFF2-40B4-BE49-F238E27FC236}">
                <a16:creationId xmlns:a16="http://schemas.microsoft.com/office/drawing/2014/main" id="{9DB64465-5E26-47DC-B51A-973F91B5581E}"/>
              </a:ext>
            </a:extLst>
          </p:cNvPr>
          <p:cNvPicPr>
            <a:picLocks noGrp="1" noChangeAspect="1"/>
          </p:cNvPicPr>
          <p:nvPr>
            <p:ph type="pic" sz="quarter" idx="13"/>
          </p:nvPr>
        </p:nvPicPr>
        <p:blipFill>
          <a:blip r:embed="rId3"/>
          <a:srcRect l="9138" r="21291"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000E437F-3485-AEE6-4C17-3A9F25E91D4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Research and Question Review</a:t>
            </a:r>
          </a:p>
          <a:p>
            <a:pPr marL="0" lvl="1" indent="0">
              <a:buFont typeface="Arial" panose="020B0604020202020204" pitchFamily="34" charset="0"/>
              <a:buNone/>
            </a:pPr>
            <a:r>
              <a:t>Research the company and role thoroughly; review common technical and behavioral interview questions.</a:t>
            </a:r>
            <a:endParaRPr lang="en-US"/>
          </a:p>
          <a:p>
            <a:pPr marL="0" indent="0">
              <a:spcBef>
                <a:spcPts val="2500"/>
              </a:spcBef>
              <a:buFont typeface="Arial" panose="020B0604020202020204" pitchFamily="34" charset="0"/>
              <a:buNone/>
            </a:pPr>
            <a:r>
              <a:rPr lang="en-US" b="1"/>
              <a:t>STAR Stories and Confidence</a:t>
            </a:r>
          </a:p>
          <a:p>
            <a:pPr marL="0" lvl="1" indent="0">
              <a:buFont typeface="Arial" panose="020B0604020202020204" pitchFamily="34" charset="0"/>
              <a:buNone/>
            </a:pPr>
            <a:r>
              <a:t>Select and rehearse two to three STAR stories to share; practice confidence‑building statements to reduce anxiety.</a:t>
            </a:r>
            <a:endParaRPr lang="en-US"/>
          </a:p>
          <a:p>
            <a:pPr marL="0" indent="0">
              <a:spcBef>
                <a:spcPts val="2500"/>
              </a:spcBef>
              <a:buFont typeface="Arial" panose="020B0604020202020204" pitchFamily="34" charset="0"/>
              <a:buNone/>
            </a:pPr>
            <a:r>
              <a:rPr lang="en-US" b="1"/>
              <a:t>Professional Attire and Setup</a:t>
            </a:r>
          </a:p>
          <a:p>
            <a:pPr marL="0" lvl="1" indent="0">
              <a:buFont typeface="Arial" panose="020B0604020202020204" pitchFamily="34" charset="0"/>
              <a:buNone/>
            </a:pPr>
            <a:r>
              <a:t>Prepare appropriate professional attire; ensure reliable internet and device setup for virtual interviews.</a:t>
            </a:r>
            <a:endParaRPr lang="en-US"/>
          </a:p>
          <a:p>
            <a:pPr marL="0" indent="0">
              <a:spcBef>
                <a:spcPts val="2500"/>
              </a:spcBef>
              <a:buFont typeface="Arial" panose="020B0604020202020204" pitchFamily="34" charset="0"/>
              <a:buNone/>
            </a:pPr>
            <a:r>
              <a:rPr lang="en-US" b="1"/>
              <a:t>Organize Documents and Notes</a:t>
            </a:r>
          </a:p>
          <a:p>
            <a:pPr marL="0" lvl="1" indent="0">
              <a:buFont typeface="Arial" panose="020B0604020202020204" pitchFamily="34" charset="0"/>
              <a:buNone/>
            </a:pPr>
            <a:r>
              <a:t>Organize resume copies and interview notes neatly for easy access during the interview process.</a:t>
            </a:r>
            <a:endParaRPr lang="en-US"/>
          </a:p>
        </p:txBody>
      </p:sp>
    </p:spTree>
    <p:extLst>
      <p:ext uri="{BB962C8B-B14F-4D97-AF65-F5344CB8AC3E}">
        <p14:creationId xmlns:p14="http://schemas.microsoft.com/office/powerpoint/2010/main" val="10939999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55217-8669-6FD7-67DC-2576F962D587}"/>
              </a:ext>
            </a:extLst>
          </p:cNvPr>
          <p:cNvSpPr>
            <a:spLocks noGrp="1"/>
          </p:cNvSpPr>
          <p:nvPr>
            <p:ph type="title"/>
          </p:nvPr>
        </p:nvSpPr>
        <p:spPr>
          <a:xfrm>
            <a:off x="704088" y="345440"/>
            <a:ext cx="6472566" cy="1133246"/>
          </a:xfrm>
        </p:spPr>
        <p:txBody>
          <a:bodyPr anchor="b">
            <a:normAutofit/>
          </a:bodyPr>
          <a:lstStyle/>
          <a:p>
            <a:r>
              <a:rPr lang="en-US"/>
              <a:t>Common Interview Mistakes</a:t>
            </a:r>
          </a:p>
        </p:txBody>
      </p:sp>
      <p:sp>
        <p:nvSpPr>
          <p:cNvPr id="4" name="Content Placeholder 3">
            <a:extLst>
              <a:ext uri="{FF2B5EF4-FFF2-40B4-BE49-F238E27FC236}">
                <a16:creationId xmlns:a16="http://schemas.microsoft.com/office/drawing/2014/main" id="{43F2144C-498E-20B5-3C35-A6A76F8F35C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Rambling Answers</a:t>
            </a:r>
          </a:p>
          <a:p>
            <a:pPr marL="0" lvl="1" indent="0">
              <a:buFont typeface="Arial" panose="020B0604020202020204" pitchFamily="34" charset="0"/>
              <a:buNone/>
            </a:pPr>
            <a:r>
              <a:t>Rambling answers show lack of preparation and unclear thinking; use structured frameworks like STAR to stay focused.</a:t>
            </a:r>
            <a:endParaRPr lang="en-US"/>
          </a:p>
          <a:p>
            <a:pPr marL="0" indent="0">
              <a:spcBef>
                <a:spcPts val="2500"/>
              </a:spcBef>
              <a:buFont typeface="Arial" panose="020B0604020202020204" pitchFamily="34" charset="0"/>
              <a:buNone/>
            </a:pPr>
            <a:r>
              <a:rPr lang="en-US" b="1"/>
              <a:t>Vague or Generic Stories</a:t>
            </a:r>
          </a:p>
          <a:p>
            <a:pPr marL="0" lvl="1" indent="0">
              <a:buFont typeface="Arial" panose="020B0604020202020204" pitchFamily="34" charset="0"/>
              <a:buNone/>
            </a:pPr>
            <a:r>
              <a:t>Providing vague or generic stories makes candidates seem inexperienced; specific examples demonstrate real skills.</a:t>
            </a:r>
            <a:endParaRPr lang="en-US"/>
          </a:p>
          <a:p>
            <a:pPr marL="0" indent="0">
              <a:spcBef>
                <a:spcPts val="2500"/>
              </a:spcBef>
              <a:buFont typeface="Arial" panose="020B0604020202020204" pitchFamily="34" charset="0"/>
              <a:buNone/>
            </a:pPr>
            <a:r>
              <a:rPr lang="en-US" b="1"/>
              <a:t>Lack of Preparation</a:t>
            </a:r>
          </a:p>
          <a:p>
            <a:pPr marL="0" lvl="1" indent="0">
              <a:buFont typeface="Arial" panose="020B0604020202020204" pitchFamily="34" charset="0"/>
              <a:buNone/>
            </a:pPr>
            <a:r>
              <a:t>Not researching the company or failing to ask thoughtful questions signals low interest and unprofessionalism.</a:t>
            </a:r>
            <a:endParaRPr lang="en-US"/>
          </a:p>
          <a:p>
            <a:pPr marL="0" indent="0">
              <a:spcBef>
                <a:spcPts val="2500"/>
              </a:spcBef>
              <a:buFont typeface="Arial" panose="020B0604020202020204" pitchFamily="34" charset="0"/>
              <a:buNone/>
            </a:pPr>
            <a:r>
              <a:rPr lang="en-US" b="1"/>
              <a:t>Negative or Unengaged Behavior</a:t>
            </a:r>
          </a:p>
          <a:p>
            <a:pPr marL="0" lvl="1" indent="0">
              <a:buFont typeface="Arial" panose="020B0604020202020204" pitchFamily="34" charset="0"/>
              <a:buNone/>
            </a:pPr>
            <a:r>
              <a:t>Speaking negatively about past employers or lacking eye contact reduces interview impact and shows poor engagement.</a:t>
            </a:r>
            <a:endParaRPr lang="en-US"/>
          </a:p>
        </p:txBody>
      </p:sp>
      <p:pic>
        <p:nvPicPr>
          <p:cNvPr id="5" name="Content Placeholder 4" descr="Man talking with therapist">
            <a:extLst>
              <a:ext uri="{FF2B5EF4-FFF2-40B4-BE49-F238E27FC236}">
                <a16:creationId xmlns:a16="http://schemas.microsoft.com/office/drawing/2014/main" id="{1A27C9E7-8FF6-481F-8DF6-E05506BE89E9}"/>
              </a:ext>
            </a:extLst>
          </p:cNvPr>
          <p:cNvPicPr>
            <a:picLocks noGrp="1" noChangeAspect="1"/>
          </p:cNvPicPr>
          <p:nvPr>
            <p:ph type="pic" sz="quarter" idx="13"/>
          </p:nvPr>
        </p:nvPicPr>
        <p:blipFill>
          <a:blip r:embed="rId3"/>
          <a:srcRect l="41393" r="18394"/>
          <a:stretch>
            <a:fillRect/>
          </a:stretch>
        </p:blipFill>
        <p:spPr>
          <a:xfrm>
            <a:off x="8044872" y="10"/>
            <a:ext cx="4147127" cy="6857990"/>
          </a:xfrm>
        </p:spPr>
      </p:pic>
    </p:spTree>
    <p:extLst>
      <p:ext uri="{BB962C8B-B14F-4D97-AF65-F5344CB8AC3E}">
        <p14:creationId xmlns:p14="http://schemas.microsoft.com/office/powerpoint/2010/main" val="23552425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B300F-32A6-7527-38FB-5554BCB0D561}"/>
              </a:ext>
            </a:extLst>
          </p:cNvPr>
          <p:cNvSpPr>
            <a:spLocks noGrp="1"/>
          </p:cNvSpPr>
          <p:nvPr>
            <p:ph type="title"/>
          </p:nvPr>
        </p:nvSpPr>
        <p:spPr>
          <a:xfrm>
            <a:off x="700790" y="2880794"/>
            <a:ext cx="7813623" cy="3702571"/>
          </a:xfrm>
        </p:spPr>
        <p:txBody>
          <a:bodyPr anchor="b">
            <a:normAutofit/>
          </a:bodyPr>
          <a:lstStyle/>
          <a:p>
            <a:r>
              <a:rPr lang="en-US"/>
              <a:t>Interactive Skill Building</a:t>
            </a:r>
          </a:p>
        </p:txBody>
      </p:sp>
    </p:spTree>
    <p:extLst>
      <p:ext uri="{BB962C8B-B14F-4D97-AF65-F5344CB8AC3E}">
        <p14:creationId xmlns:p14="http://schemas.microsoft.com/office/powerpoint/2010/main" val="16229640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12DA7-7E97-F921-A86C-18EC761EA39D}"/>
              </a:ext>
            </a:extLst>
          </p:cNvPr>
          <p:cNvSpPr>
            <a:spLocks noGrp="1"/>
          </p:cNvSpPr>
          <p:nvPr>
            <p:ph type="title"/>
          </p:nvPr>
        </p:nvSpPr>
        <p:spPr>
          <a:xfrm>
            <a:off x="6492578" y="464544"/>
            <a:ext cx="4777934" cy="1456511"/>
          </a:xfrm>
        </p:spPr>
        <p:txBody>
          <a:bodyPr anchor="b">
            <a:normAutofit/>
          </a:bodyPr>
          <a:lstStyle/>
          <a:p>
            <a:r>
              <a:rPr lang="en-US"/>
              <a:t>Interactive Practice Activity</a:t>
            </a:r>
          </a:p>
        </p:txBody>
      </p:sp>
      <p:pic>
        <p:nvPicPr>
          <p:cNvPr id="5" name="Content Placeholder 4" descr="Young teacher sincerely taking a great interest in her work explaining theorem to modern students with computers in classroom">
            <a:extLst>
              <a:ext uri="{FF2B5EF4-FFF2-40B4-BE49-F238E27FC236}">
                <a16:creationId xmlns:a16="http://schemas.microsoft.com/office/drawing/2014/main" id="{43D544E3-48C3-4CEB-89B1-9FA82E5342FC}"/>
              </a:ext>
            </a:extLst>
          </p:cNvPr>
          <p:cNvPicPr>
            <a:picLocks noGrp="1" noChangeAspect="1"/>
          </p:cNvPicPr>
          <p:nvPr>
            <p:ph type="pic" sz="quarter" idx="13"/>
          </p:nvPr>
        </p:nvPicPr>
        <p:blipFill>
          <a:blip r:embed="rId3"/>
          <a:srcRect l="28356" r="17489" b="-2"/>
          <a:stretch>
            <a:fillRect/>
          </a:stretch>
        </p:blipFill>
        <p:spPr>
          <a:xfrm>
            <a:off x="20" y="-2"/>
            <a:ext cx="5563872" cy="6857999"/>
          </a:xfrm>
        </p:spPr>
      </p:pic>
      <p:sp>
        <p:nvSpPr>
          <p:cNvPr id="4" name="Content Placeholder 3">
            <a:extLst>
              <a:ext uri="{FF2B5EF4-FFF2-40B4-BE49-F238E27FC236}">
                <a16:creationId xmlns:a16="http://schemas.microsoft.com/office/drawing/2014/main" id="{3FBC6708-5D24-5DAB-61EB-4059C788151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2578" y="1936671"/>
            <a:ext cx="4777933" cy="4146414"/>
          </a:xfrm>
        </p:spPr>
        <p:txBody>
          <a:bodyPr>
            <a:normAutofit/>
          </a:bodyPr>
          <a:lstStyle/>
          <a:p>
            <a:pPr marL="0" indent="0">
              <a:spcBef>
                <a:spcPts val="2500"/>
              </a:spcBef>
              <a:buFont typeface="Arial" panose="020B0604020202020204" pitchFamily="34" charset="0"/>
              <a:buNone/>
            </a:pPr>
            <a:r>
              <a:rPr lang="en-US" b="1"/>
              <a:t>Behavioral Interview Practice</a:t>
            </a:r>
          </a:p>
          <a:p>
            <a:pPr marL="0" lvl="1" indent="0">
              <a:buFont typeface="Arial" panose="020B0604020202020204" pitchFamily="34" charset="0"/>
              <a:buNone/>
            </a:pPr>
            <a:r>
              <a:t>Students practice answering behavioral questions using the STAR method to build structured responses.</a:t>
            </a:r>
            <a:endParaRPr lang="en-US"/>
          </a:p>
          <a:p>
            <a:pPr marL="0" indent="0">
              <a:spcBef>
                <a:spcPts val="2500"/>
              </a:spcBef>
              <a:buFont typeface="Arial" panose="020B0604020202020204" pitchFamily="34" charset="0"/>
              <a:buNone/>
            </a:pPr>
            <a:r>
              <a:rPr lang="en-US" b="1"/>
              <a:t>Active Engagement Benefits</a:t>
            </a:r>
          </a:p>
          <a:p>
            <a:pPr marL="0" lvl="1" indent="0">
              <a:buFont typeface="Arial" panose="020B0604020202020204" pitchFamily="34" charset="0"/>
              <a:buNone/>
            </a:pPr>
            <a:r>
              <a:t>Active participation helps learners reinforce knowledge through practical application rather than passive listening.</a:t>
            </a:r>
            <a:endParaRPr lang="en-US"/>
          </a:p>
          <a:p>
            <a:pPr marL="0" indent="0">
              <a:spcBef>
                <a:spcPts val="2500"/>
              </a:spcBef>
              <a:buFont typeface="Arial" panose="020B0604020202020204" pitchFamily="34" charset="0"/>
              <a:buNone/>
            </a:pPr>
            <a:r>
              <a:rPr lang="en-US" b="1"/>
              <a:t>Peer Feedback and Discussion</a:t>
            </a:r>
          </a:p>
          <a:p>
            <a:pPr marL="0" lvl="1" indent="0">
              <a:buFont typeface="Arial" panose="020B0604020202020204" pitchFamily="34" charset="0"/>
              <a:buNone/>
            </a:pPr>
            <a:r>
              <a:t>Peer feedback and group discussions help refine responses and identify strong personal examples.</a:t>
            </a:r>
            <a:endParaRPr lang="en-US"/>
          </a:p>
        </p:txBody>
      </p:sp>
    </p:spTree>
    <p:extLst>
      <p:ext uri="{BB962C8B-B14F-4D97-AF65-F5344CB8AC3E}">
        <p14:creationId xmlns:p14="http://schemas.microsoft.com/office/powerpoint/2010/main" val="12275996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17D2-8D7F-049D-3C18-9583AF10CB8B}"/>
              </a:ext>
            </a:extLst>
          </p:cNvPr>
          <p:cNvSpPr>
            <a:spLocks noGrp="1"/>
          </p:cNvSpPr>
          <p:nvPr>
            <p:ph type="title"/>
          </p:nvPr>
        </p:nvSpPr>
        <p:spPr>
          <a:xfrm>
            <a:off x="700790" y="2880794"/>
            <a:ext cx="7813623" cy="3702571"/>
          </a:xfrm>
        </p:spPr>
        <p:txBody>
          <a:bodyPr anchor="b">
            <a:normAutofit/>
          </a:bodyPr>
          <a:lstStyle/>
          <a:p>
            <a:r>
              <a:rPr lang="en-US"/>
              <a:t>Summary and Reflection</a:t>
            </a:r>
          </a:p>
        </p:txBody>
      </p:sp>
    </p:spTree>
    <p:extLst>
      <p:ext uri="{BB962C8B-B14F-4D97-AF65-F5344CB8AC3E}">
        <p14:creationId xmlns:p14="http://schemas.microsoft.com/office/powerpoint/2010/main" val="42005405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5D98E-63A0-7223-2F67-7554AA9053FE}"/>
              </a:ext>
            </a:extLst>
          </p:cNvPr>
          <p:cNvSpPr>
            <a:spLocks noGrp="1"/>
          </p:cNvSpPr>
          <p:nvPr>
            <p:ph type="title"/>
          </p:nvPr>
        </p:nvSpPr>
        <p:spPr>
          <a:xfrm>
            <a:off x="700791" y="950976"/>
            <a:ext cx="4349424" cy="1459193"/>
          </a:xfrm>
        </p:spPr>
        <p:txBody>
          <a:bodyPr anchor="t">
            <a:normAutofit/>
          </a:bodyPr>
          <a:lstStyle/>
          <a:p>
            <a:r>
              <a:rPr lang="en-US"/>
              <a:t>Key Takeaways</a:t>
            </a:r>
          </a:p>
        </p:txBody>
      </p:sp>
      <p:pic>
        <p:nvPicPr>
          <p:cNvPr id="5" name="Content Placeholder 4" descr="He writes ideas for work in notebook, on log coffee table">
            <a:extLst>
              <a:ext uri="{FF2B5EF4-FFF2-40B4-BE49-F238E27FC236}">
                <a16:creationId xmlns:a16="http://schemas.microsoft.com/office/drawing/2014/main" id="{B79855CC-ED21-4C76-A781-BCDA5D87B300}"/>
              </a:ext>
            </a:extLst>
          </p:cNvPr>
          <p:cNvPicPr>
            <a:picLocks noGrp="1" noChangeAspect="1"/>
          </p:cNvPicPr>
          <p:nvPr>
            <p:ph type="pic" sz="quarter" idx="13"/>
          </p:nvPr>
        </p:nvPicPr>
        <p:blipFill>
          <a:blip r:embed="rId3"/>
          <a:srcRect l="29428" r="1000"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8412BFB0-4382-348B-334C-041032C622B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Interview Preparation Importance</a:t>
            </a:r>
          </a:p>
          <a:p>
            <a:pPr marL="0" lvl="1" indent="0">
              <a:buFont typeface="Arial" panose="020B0604020202020204" pitchFamily="34" charset="0"/>
              <a:buNone/>
            </a:pPr>
            <a:r>
              <a:t>Effective interviews require thorough preparation, storytelling skills, and clear communication.</a:t>
            </a:r>
            <a:endParaRPr lang="en-US"/>
          </a:p>
          <a:p>
            <a:pPr marL="0" indent="0">
              <a:spcBef>
                <a:spcPts val="2500"/>
              </a:spcBef>
              <a:buFont typeface="Arial" panose="020B0604020202020204" pitchFamily="34" charset="0"/>
              <a:buNone/>
            </a:pPr>
            <a:r>
              <a:rPr lang="en-US" b="1"/>
              <a:t>Using Storytelling Frameworks</a:t>
            </a:r>
          </a:p>
          <a:p>
            <a:pPr marL="0" lvl="1" indent="0">
              <a:buFont typeface="Arial" panose="020B0604020202020204" pitchFamily="34" charset="0"/>
              <a:buNone/>
            </a:pPr>
            <a:r>
              <a:t>Building a story bank and applying the STAR method helps structure responses for behavioral questions.</a:t>
            </a:r>
            <a:endParaRPr lang="en-US"/>
          </a:p>
          <a:p>
            <a:pPr marL="0" indent="0">
              <a:spcBef>
                <a:spcPts val="2500"/>
              </a:spcBef>
              <a:buFont typeface="Arial" panose="020B0604020202020204" pitchFamily="34" charset="0"/>
              <a:buNone/>
            </a:pPr>
            <a:r>
              <a:rPr lang="en-US" b="1"/>
              <a:t>Articulating Transferable Skills</a:t>
            </a:r>
          </a:p>
          <a:p>
            <a:pPr marL="0" lvl="1" indent="0">
              <a:buFont typeface="Arial" panose="020B0604020202020204" pitchFamily="34" charset="0"/>
              <a:buNone/>
            </a:pPr>
            <a:r>
              <a:t>Highlighting skills from past roles boosts confidence in IT and cybersecurity job interviews.</a:t>
            </a:r>
            <a:endParaRPr lang="en-US"/>
          </a:p>
          <a:p>
            <a:pPr marL="0" indent="0">
              <a:spcBef>
                <a:spcPts val="2500"/>
              </a:spcBef>
              <a:buFont typeface="Arial" panose="020B0604020202020204" pitchFamily="34" charset="0"/>
              <a:buNone/>
            </a:pPr>
            <a:r>
              <a:rPr lang="en-US" b="1"/>
              <a:t>Continuous Skill Refinement</a:t>
            </a:r>
          </a:p>
          <a:p>
            <a:pPr marL="0" lvl="1" indent="0">
              <a:buFont typeface="Arial" panose="020B0604020202020204" pitchFamily="34" charset="0"/>
              <a:buNone/>
            </a:pPr>
            <a:r>
              <a:t>Ongoing practice, company research, and awareness of common mistakes enhance interview success.</a:t>
            </a:r>
            <a:endParaRPr lang="en-US"/>
          </a:p>
        </p:txBody>
      </p:sp>
    </p:spTree>
    <p:extLst>
      <p:ext uri="{BB962C8B-B14F-4D97-AF65-F5344CB8AC3E}">
        <p14:creationId xmlns:p14="http://schemas.microsoft.com/office/powerpoint/2010/main" val="809895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956EE-BBEA-55C4-89D1-6304B895F426}"/>
              </a:ext>
            </a:extLst>
          </p:cNvPr>
          <p:cNvSpPr>
            <a:spLocks noGrp="1"/>
          </p:cNvSpPr>
          <p:nvPr>
            <p:ph type="title"/>
          </p:nvPr>
        </p:nvSpPr>
        <p:spPr>
          <a:xfrm>
            <a:off x="700790" y="2880794"/>
            <a:ext cx="7813623" cy="3702571"/>
          </a:xfrm>
        </p:spPr>
        <p:txBody>
          <a:bodyPr anchor="b">
            <a:normAutofit/>
          </a:bodyPr>
          <a:lstStyle/>
          <a:p>
            <a:r>
              <a:rPr lang="en-US"/>
              <a:t>Encouragement and Closure</a:t>
            </a:r>
          </a:p>
        </p:txBody>
      </p:sp>
    </p:spTree>
    <p:extLst>
      <p:ext uri="{BB962C8B-B14F-4D97-AF65-F5344CB8AC3E}">
        <p14:creationId xmlns:p14="http://schemas.microsoft.com/office/powerpoint/2010/main" val="29458571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3CBA-D403-5BB1-DFFA-B5475519E818}"/>
              </a:ext>
            </a:extLst>
          </p:cNvPr>
          <p:cNvSpPr>
            <a:spLocks noGrp="1"/>
          </p:cNvSpPr>
          <p:nvPr>
            <p:ph type="title"/>
          </p:nvPr>
        </p:nvSpPr>
        <p:spPr>
          <a:xfrm>
            <a:off x="700790" y="952308"/>
            <a:ext cx="5090409" cy="1168348"/>
          </a:xfrm>
        </p:spPr>
        <p:txBody>
          <a:bodyPr anchor="t">
            <a:normAutofit/>
          </a:bodyPr>
          <a:lstStyle/>
          <a:p>
            <a:r>
              <a:rPr lang="en-US"/>
              <a:t>Final Encouragement</a:t>
            </a:r>
          </a:p>
        </p:txBody>
      </p:sp>
      <p:pic>
        <p:nvPicPr>
          <p:cNvPr id="5" name="Content Placeholder 4" descr="Businessman drawing success">
            <a:extLst>
              <a:ext uri="{FF2B5EF4-FFF2-40B4-BE49-F238E27FC236}">
                <a16:creationId xmlns:a16="http://schemas.microsoft.com/office/drawing/2014/main" id="{0957CED9-94F3-4A62-84C5-9AC39A7D4EFD}"/>
              </a:ext>
            </a:extLst>
          </p:cNvPr>
          <p:cNvPicPr>
            <a:picLocks noGrp="1" noChangeAspect="1"/>
          </p:cNvPicPr>
          <p:nvPr>
            <p:ph type="pic" sz="quarter" idx="13"/>
          </p:nvPr>
        </p:nvPicPr>
        <p:blipFill>
          <a:blip r:embed="rId3"/>
          <a:srcRect t="766" r="-2" b="-2"/>
          <a:stretch>
            <a:fillRect/>
          </a:stretch>
        </p:blipFill>
        <p:spPr>
          <a:xfrm>
            <a:off x="1234360" y="2093799"/>
            <a:ext cx="5339327" cy="4040057"/>
          </a:xfrm>
        </p:spPr>
      </p:pic>
      <p:sp>
        <p:nvSpPr>
          <p:cNvPr id="4" name="Content Placeholder 3">
            <a:extLst>
              <a:ext uri="{FF2B5EF4-FFF2-40B4-BE49-F238E27FC236}">
                <a16:creationId xmlns:a16="http://schemas.microsoft.com/office/drawing/2014/main" id="{48A68FC3-826E-2310-CD35-6B957644230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92714" y="926430"/>
            <a:ext cx="4101407" cy="5128154"/>
          </a:xfrm>
        </p:spPr>
        <p:txBody>
          <a:bodyPr>
            <a:normAutofit/>
          </a:bodyPr>
          <a:lstStyle/>
          <a:p>
            <a:pPr marL="0" indent="0">
              <a:spcBef>
                <a:spcPts val="2500"/>
              </a:spcBef>
              <a:buFont typeface="Arial" panose="020B0604020202020204" pitchFamily="34" charset="0"/>
              <a:buNone/>
            </a:pPr>
            <a:r>
              <a:rPr lang="en-US" b="1"/>
              <a:t>Interview Confidence Growth</a:t>
            </a:r>
          </a:p>
          <a:p>
            <a:pPr marL="0" lvl="1" indent="0">
              <a:buFont typeface="Arial" panose="020B0604020202020204" pitchFamily="34" charset="0"/>
              <a:buNone/>
            </a:pPr>
            <a:r>
              <a:t>Interviewing skills improve with practice, boosting confidence through refined stories and common question familiarity.</a:t>
            </a:r>
            <a:endParaRPr lang="en-US"/>
          </a:p>
          <a:p>
            <a:pPr marL="0" indent="0">
              <a:spcBef>
                <a:spcPts val="2500"/>
              </a:spcBef>
              <a:buFont typeface="Arial" panose="020B0604020202020204" pitchFamily="34" charset="0"/>
              <a:buNone/>
            </a:pPr>
            <a:r>
              <a:rPr lang="en-US" b="1"/>
              <a:t>Value of Unique Experiences</a:t>
            </a:r>
          </a:p>
          <a:p>
            <a:pPr marL="0" lvl="1" indent="0">
              <a:buFont typeface="Arial" panose="020B0604020202020204" pitchFamily="34" charset="0"/>
              <a:buNone/>
            </a:pPr>
            <a:r>
              <a:t>Learners are reminded that their unique career experiences are valuable and strengthen their interview communication.</a:t>
            </a:r>
            <a:endParaRPr lang="en-US"/>
          </a:p>
          <a:p>
            <a:pPr marL="0" indent="0">
              <a:spcBef>
                <a:spcPts val="2500"/>
              </a:spcBef>
              <a:buFont typeface="Arial" panose="020B0604020202020204" pitchFamily="34" charset="0"/>
              <a:buNone/>
            </a:pPr>
            <a:r>
              <a:rPr lang="en-US" b="1"/>
              <a:t>Learning from Setbacks</a:t>
            </a:r>
          </a:p>
          <a:p>
            <a:pPr marL="0" lvl="1" indent="0">
              <a:buFont typeface="Arial" panose="020B0604020202020204" pitchFamily="34" charset="0"/>
              <a:buNone/>
            </a:pPr>
            <a:r>
              <a:t>Setbacks during job searching are normal and each interview offers insights for improvement.</a:t>
            </a:r>
            <a:endParaRPr lang="en-US"/>
          </a:p>
          <a:p>
            <a:pPr marL="0" indent="0">
              <a:spcBef>
                <a:spcPts val="2500"/>
              </a:spcBef>
              <a:buFont typeface="Arial" panose="020B0604020202020204" pitchFamily="34" charset="0"/>
              <a:buNone/>
            </a:pPr>
            <a:r>
              <a:rPr lang="en-US" b="1"/>
              <a:t>Positive Momentum</a:t>
            </a:r>
          </a:p>
          <a:p>
            <a:pPr marL="0" lvl="1" indent="0">
              <a:buFont typeface="Arial" panose="020B0604020202020204" pitchFamily="34" charset="0"/>
              <a:buNone/>
            </a:pPr>
            <a:r>
              <a:t>Encouraging visuals emphasize positive momentum, motivating learners toward success in IT and cybersecurity careers.</a:t>
            </a:r>
            <a:endParaRPr lang="en-US"/>
          </a:p>
        </p:txBody>
      </p:sp>
    </p:spTree>
    <p:extLst>
      <p:ext uri="{BB962C8B-B14F-4D97-AF65-F5344CB8AC3E}">
        <p14:creationId xmlns:p14="http://schemas.microsoft.com/office/powerpoint/2010/main" val="42839261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_win32_v2" id="{EA3A9FFA-819F-4D3E-AEF6-CC5734AB838D}" vid="{1F571BB7-50E8-41A1-A2D5-A3C1959E2B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91a20c6-7779-4c7e-8e3a-acf878330878" xsi:nil="true"/>
    <MediaServiceKeyPoints xmlns="194603e3-38c2-4ee5-8f94-33c99f98e49d" xsi:nil="true"/>
    <lcf76f155ced4ddcb4097134ff3c332f xmlns="194603e3-38c2-4ee5-8f94-33c99f98e49d">
      <Terms xmlns="http://schemas.microsoft.com/office/infopath/2007/PartnerControls"/>
    </lcf76f155ced4ddcb4097134ff3c332f>
    <Videoinfo xmlns="194603e3-38c2-4ee5-8f94-33c99f98e49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D286F105BDD214FA81D4A6BFB238CC4" ma:contentTypeVersion="19" ma:contentTypeDescription="Create a new document." ma:contentTypeScope="" ma:versionID="fe64a8a06ac5abb6f1946da17dd894f6">
  <xsd:schema xmlns:xsd="http://www.w3.org/2001/XMLSchema" xmlns:xs="http://www.w3.org/2001/XMLSchema" xmlns:p="http://schemas.microsoft.com/office/2006/metadata/properties" xmlns:ns2="991a20c6-7779-4c7e-8e3a-acf878330878" xmlns:ns3="194603e3-38c2-4ee5-8f94-33c99f98e49d" targetNamespace="http://schemas.microsoft.com/office/2006/metadata/properties" ma:root="true" ma:fieldsID="39ee7167373acdab14387c30e3645137" ns2:_="" ns3:_="">
    <xsd:import namespace="991a20c6-7779-4c7e-8e3a-acf878330878"/>
    <xsd:import namespace="194603e3-38c2-4ee5-8f94-33c99f98e49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lcf76f155ced4ddcb4097134ff3c332f" minOccurs="0"/>
                <xsd:element ref="ns2:TaxCatchAll" minOccurs="0"/>
                <xsd:element ref="ns3:MediaServiceSearchProperties" minOccurs="0"/>
                <xsd:element ref="ns3:MediaLengthInSeconds" minOccurs="0"/>
                <xsd:element ref="ns3:Videoinfo"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a20c6-7779-4c7e-8e3a-acf87833087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07b50ae-e15c-491e-9502-aec67d0a10f6}" ma:internalName="TaxCatchAll" ma:showField="CatchAllData" ma:web="991a20c6-7779-4c7e-8e3a-acf87833087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94603e3-38c2-4ee5-8f94-33c99f98e49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0468a54d-6a37-4c52-9176-b0e2c72a8f97"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element name="Videoinfo" ma:index="24" nillable="true" ma:displayName="Video info" ma:format="Dropdown" ma:internalName="Videoinfo">
      <xsd:simpleType>
        <xsd:restriction base="dms:Text">
          <xsd:maxLength value="255"/>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E2B330-7DB9-4CB0-97A6-80197FBE828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7C5209F-94AC-4E11-9DED-2DEB0B02AD57}"/>
</file>

<file path=customXml/itemProps3.xml><?xml version="1.0" encoding="utf-8"?>
<ds:datastoreItem xmlns:ds="http://schemas.openxmlformats.org/officeDocument/2006/customXml" ds:itemID="{45643E64-6D3D-44E7-9AA9-BB67A5DC20D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623</TotalTime>
  <Words>7</Words>
  <Application>Microsoft Office PowerPoint</Application>
  <PresentationFormat>Widescreen</PresentationFormat>
  <Paragraphs>4</Paragraphs>
  <Slides>36</Slides>
  <Notes>36</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School days</vt:lpstr>
      <vt:lpstr>Week 7 — Interview Performance and Handling Difficult Questions</vt:lpstr>
      <vt:lpstr>Interview Skills Workshop</vt:lpstr>
      <vt:lpstr>Workshop Title Slide</vt:lpstr>
      <vt:lpstr>Workshop Overview</vt:lpstr>
      <vt:lpstr>Agenda Overview</vt:lpstr>
      <vt:lpstr>Interview Fundamentals</vt:lpstr>
      <vt:lpstr>Why Interviews Matter</vt:lpstr>
      <vt:lpstr>Employer Expectations</vt:lpstr>
      <vt:lpstr>Traits Hiring Managers Look For</vt:lpstr>
      <vt:lpstr>Behavioral Interviewing</vt:lpstr>
      <vt:lpstr>Behavioral Interviews Explained</vt:lpstr>
      <vt:lpstr>STAR Method</vt:lpstr>
      <vt:lpstr>STAR Method Framework</vt:lpstr>
      <vt:lpstr>STAR in Action</vt:lpstr>
      <vt:lpstr>STAR Method Example</vt:lpstr>
      <vt:lpstr>Interview Story Development</vt:lpstr>
      <vt:lpstr>Building a Story Bank</vt:lpstr>
      <vt:lpstr>Transferable Skills</vt:lpstr>
      <vt:lpstr>Translating Non‑IT Experience</vt:lpstr>
      <vt:lpstr>Career Narratives</vt:lpstr>
      <vt:lpstr>Explaining Career Pivots</vt:lpstr>
      <vt:lpstr>Addressing Gaps</vt:lpstr>
      <vt:lpstr>Explaining Employment Gaps</vt:lpstr>
      <vt:lpstr>Self‑Assessment Questions</vt:lpstr>
      <vt:lpstr>Strengths and Weaknesses</vt:lpstr>
      <vt:lpstr>Accountability and Growth</vt:lpstr>
      <vt:lpstr>Discussing Mistakes or Failures</vt:lpstr>
      <vt:lpstr>Interview Preparation</vt:lpstr>
      <vt:lpstr>Interview Preparation Checklist</vt:lpstr>
      <vt:lpstr>Common Interview Mistakes</vt:lpstr>
      <vt:lpstr>Interactive Skill Building</vt:lpstr>
      <vt:lpstr>Interactive Practice Activity</vt:lpstr>
      <vt:lpstr>Summary and Reflection</vt:lpstr>
      <vt:lpstr>Key Takeaways</vt:lpstr>
      <vt:lpstr>Encouragement and Closure</vt:lpstr>
      <vt:lpstr>Final Encouragement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2025-11-20T18:31:10Z</dcterms:created>
  <dcterms:modified xsi:type="dcterms:W3CDTF">2026-03-05T18:12:51Z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0x010100AD286F105BDD214FA81D4A6BFB238CC4</vt:lpwstr>
  </property>
  <property fmtid="{D5CDD505-2E9C-101B-9397-08002B2CF9AE}" pid="3" name="MediaServiceImageTags">
    <vt:lpwstr/>
  </property>
</Properties>
</file>