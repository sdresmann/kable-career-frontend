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4" r:id="rId4"/>
  </p:sldMasterIdLst>
  <p:notesMasterIdLst>
    <p:notesMasterId r:id="rId17"/>
  </p:notesMasterIdLst>
  <p:handoutMasterIdLst>
    <p:handoutMasterId r:id="rId18"/>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orkplace Expectations &amp; Professional Maturity" id="{6099E457-6C00-4304-AD38-04FDA7003560}">
          <p14:sldIdLst>
            <p14:sldId id="2561"/>
          </p14:sldIdLst>
        </p14:section>
        <p14:section name="Core Workplace Expectations for Early-Career Professionals" id="{1428B87F-E912-4440-93F0-F6B5AEC0F179}">
          <p14:sldIdLst>
            <p14:sldId id="2562"/>
            <p14:sldId id="2563"/>
            <p14:sldId id="2564"/>
            <p14:sldId id="2565"/>
            <p14:sldId id="2566"/>
            <p14:sldId id="2567"/>
            <p14:sldId id="2568"/>
            <p14:sldId id="2569"/>
            <p14:sldId id="2570"/>
            <p14:sldId id="2571"/>
            <p14:sldId id="257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9941987A-41B7-49AC-EE6E-03F2D0BD95BA}" name="Daria Naidenov" initials="DN" userId="S::danaidenov@microsoft.com::ab38ab5f-bdf0-4774-ae5a-d2782abb2027" providerId="AD"/>
  <p188:author id="{05079B93-9652-6626-7181-414354FAD15D}" name="Sher Dionisio" initials="SD" userId="Sher Dionisio" providerId="None"/>
  <p188:author id="{8168F4C2-6FA5-8634-E20F-B56538A88D7A}" name="Sherielyn Dionisio (ALLEGIS GROUP HOLDINGS INC)" initials="SI" userId="S::v-shdionisio@microsoft.com::123d4478-1eef-449e-9930-a1816bf260f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748B71-B9A8-A918-BBE3-3DDD0B668233}" v="1" dt="2026-03-16T14:32:15.928"/>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21" autoAdjust="0"/>
    <p:restoredTop sz="94673"/>
  </p:normalViewPr>
  <p:slideViewPr>
    <p:cSldViewPr snapToGrid="0">
      <p:cViewPr varScale="1">
        <p:scale>
          <a:sx n="105" d="100"/>
          <a:sy n="105" d="100"/>
        </p:scale>
        <p:origin x="624" y="96"/>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3/16/2026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297151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Workplace Expectations &amp; Professional Maturity, The Stat That Should Surprise You: Why Soft Skills Matter More Than You Think, What Managers Are Actually Watching Day to Day, The Ownership Mentality: Reactive vs. Responsible Behavior, Digital Professionalism: Your Online Presence Is Your Brand, Tough vs. Toxic: How to Tell the Difference, The Mental Health Communication Gap at Work, Three Questions to Ask Yourself in Any New Job, Your Action Step This Week: One Concrete Move, Q&amp;A and Key Takeaways for Your First Role</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776216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Starting your first professional job is not just about proving you are smart or technically capable. Most early-career struggles come from misunderstandings about how work actually functions day to day. Research shows that managers and new graduates often operate with very different assumptions about communication, feedback, urgency, and responsibility. When those expectations are not aligned, new hires may feel unsupported or confused, while managers interpret the same behavior as a lack of maturity. Professional maturity is less about age and more about how you respond to expectations that are not always spelled out clearly. In professional environments, managers expect employees to observe, adapt, and ask clarifying questions rather than waiting for constant direction. This shift can feel uncomfortable for students coming from structured academic settings where instructions and deadlines are explicit. Understanding that work norms are learned, not automatic, is the first step toward success. Employers consistently report that early-career employees struggle not because they cannot do the work, but because they underestimate how much ownership, communication, and judgment are expected from day one. This workshop focuses on those expectations so you can avoid common mistakes and build credibility early. You will learn what managers are actually watching, how to show ownership without overstepping, how to manage your digital presence, and how to tell the difference between a tough workplace and a truly toxic one. By reframing professional maturity as a set of behaviors you can practice, rather than a personality trait, you gain control over how you are perceived. The goal is not perfection. The goal is to show that you are reliable, thoughtful, and learning on purpose. Those signals matter more than being the smartest person in the room, especially at the start of your career. 
 Image source: Microsoft 365 content library</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516784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Many students assume that landing and keeping a job is mostly about technical ability. However, recent research tells a very different story. In a 2025 survey, 56% of leaders said weak soft skills are the primary reason entry-level workers appear unprepared, while only 13% pointed to technical skills. This means most managers believe new hires generally have the baseline skills to do the work, but struggle with how they work. Soft skills include communication, attitude, accountability, and the ability to take ownership. These are the areas where early-career employees most often lose credibility without realizing it. Managers notice whether you follow through, whether you communicate delays early, and whether you respond professionally to feedback. Even strong technical performers can be labeled “not ready” if they appear defensive, disengaged, or passive. What surprises many new graduates is that companies already expect to train you on tools and systems. In fact, 80% of leaders say their organizations provide adequate training. When managers express frustration, it is usually because training only works if employees take initiative and apply it. Soft skills signal whether you are ready for more responsibility. They tell managers if you can be trusted with complex work and client-facing tasks. Understanding this statistic early can change how you approach your first role. Instead of focusing only on proving competence, focus on showing reliability, curiosity, and ownership. Those behaviors directly influence how fast you grow, how much support you receive, and how seriously you are taken within your first year.</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2971626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Managers are rarely evaluating you only on big projects or formal reviews. Most of their impressions are formed through everyday behaviors. One of the top things managers watch is communication. This includes how clearly you ask questions, how quickly you respond, and whether you speak up when something is unclear. Silence is often interpreted as understanding, even when it is not. Managers also pay close attention to initiative. Early-career employees who wait to be told every step are often seen as less mature than those who try, check in, and adjust. Another key signal is how you handle feedback. Managers expect mistakes from new hires, but they watch how you respond. Do you get defensive, or do you listen and apply what you heard? Follow-through matters just as much. Closing the loop by confirming completion or next steps shows reliability. Research on what employees want from managers highlights clear expectations and communication, but managers expect the same clarity in return. When expectations are not explicit, it is still your responsibility to ask. Managers interpret proactive clarification as professionalism, not incompetence. Over time, these small behaviors shape whether a manager sees you as someone they can trust with more complex and visible work. That trust directly impacts learning opportunities, career growth, and job satisfaction. 
 Image source: Microsoft 365 content library</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2371168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One of the biggest differences between struggling and successful early-career employees is ownership mentality. Reactive behavior shows up as waiting for instructions, blaming confusion, or assuming someone else will catch problems. Ownership behavior looks very different. It involves asking clarifying questions early, identifying next steps, and taking responsibility for outcomes. Managers consistently say that ownership signals professional maturity more than flawless execution. Research on entry-level preparedness shows that leaders often cite attitude as a concern, not ability. Ownership is an attitude expressed through behavior. For example, if a deadline is at risk, a reactive approach is staying silent and hoping it works out. An ownership approach is flagging the issue early and proposing a solution. This does not mean overstepping authority. It means treating your role as something you are responsible for, not something happening to you. Studies on early assignment of complex work show that employees who engage proactively with challenging tasks learn more and achieve higher status later. Ownership helps managers justify giving you those opportunities. It also reduces stress because expectations become clearer through communication. Developing this mindset early builds a strong professional reputation that follows you across roles and organizations. 
 Image source: Microsoft 365 content library</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1986101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Many early-career professionals underestimate how much their digital presence influences workplace perceptions. Career guidance consistently warns that inappropriate or careless social media posts can damage opportunities, sometimes permanently. Employers often search candidates online, especially when work history is limited. One out-of-context post or an unprofessional profile may become the only impression they see. Digital professionalism includes what you post, what you share, and what you leave outdated. An inactive or poorly maintained LinkedIn profile can signal disengagement or a lack of seriousness. Employers also interpret online responsiveness as a reliability cue. Research shows that early-career employees often fail to recognize how public and permanent their online footprint is. This disconnect can lead to conflicts with company reputation standards and assumptions about maturity. Managing your digital presence does not mean hiding your personality. It means being intentional. Ask yourself whether a post would feel appropriate if a manager or client saw it. Treat your online presence as an extension of your professional behavior. This is especially important early in your career when impressions form quickly and context is limited. A thoughtful digital presence supports credibility before you ever walk into the office. 
 Image source: Microsoft 365 content library</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4259394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It is common for early-career employees to label a demanding workplace as toxic when the real issue is high expectations. Research on toxic work environments shows that true toxicity is defined by persistent unfairness, poor leadership, harassment, discrimination, and chronic burnout. Poor leadership alone appears in nearly 79% of toxic workplaces. Tough workplaces, by contrast, may feel intense but still offer fairness, learning, and respect. They have clear standards, frequent feedback, and opportunities to grow. Toxic environments undermine dignity and psychological safety over time. Understanding this difference matters because mislabeling a tough environment can prevent growth, while ignoring toxicity can harm mental health. Surveys show that unmanageable workloads and unrealistic deadlines contribute to toxicity when combined with lack of support and unfair treatment. A tough workplace challenges you, but a toxic one damages you. Learning to assess patterns, not just stress levels, helps you make informed career decisions and communicate concerns appropriately.</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848646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Mental health is one of the clearest expectation gaps between new graduates and workplaces. Research shows that 92% of recent graduates want to be able to discuss mental wellness at work, yet only 56% feel comfortable doing so with their managers. This gap creates frustration on both sides. Employees may assume managers do not care, while managers may be unsure how to respond appropriately. Workplaces are still balancing support with operational demands. Managers generally want to help, but they also need work to get done. Research suggests that conversations about mental health are most effective when they are paired with solution-oriented communication. This means explaining what support would help you continue performing your role. Professional maturity does not mean ignoring mental health. It means communicating needs clearly, respectfully, and realistically. Understanding this balance helps build trust rather than tension. Early-career employees who approach these conversations thoughtfully are more likely to receive support and avoid misunderstandings that affect performance evaluations. 
 Image source: Microsoft 365 content library</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3352137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Self-check questions help you align with expectations even when guidance is limited. The first question is: what does “done” look like? This clarifies quality, format, and deadlines. The second question is: what does my manager think the priority is? Misaligned priorities are a common source of early mistakes. The third question is: what is the next step I can take without being asked? This question builds ownership and momentum. Research on performance expectations shows that employees want clarity, but managers also expect employees to actively seek it. These questions shift you from passive to proactive. They also reduce anxiety because you replace assumptions with understanding. Asking yourself these questions regularly helps you adapt faster, avoid rework, and demonstrate maturity. Over time, they become habits that support strong professional judgment across roles and industries. 
 Image source: Microsoft 365 content library</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110463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Professional maturity is built through small, intentional actions. One concrete step you can take this week is auditing your online presence. Search your name, review your social media privacy settings, and update your LinkedIn profile. Career guidance highlights inappropriate or outdated online content as a common early-career mistake. Cleaning this up takes little time but has long-term impact. Another action is preparing questions for your manager. Write down three questions that clarify expectations, priorities, and success metrics. This signals initiative and reduces confusion early. These steps are simple, but they address areas where many early-career employees struggle. Taking action before your first day or next Monday helps you start from a position of awareness and control rather than reaction. Small moves like these compound into stronger confidence and credibility over time. 
 Image source: Microsoft 365 content library</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1058914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key takeaway from this workshop is that success in your first professional role depends more on behavior than brilliance. Research consistently shows that soft skills, communication, and ownership matter more than technical perfection. Managers are watching how you show up, not just what you produce. Professional maturity means asking questions, following through, managing your digital presence, and communicating clearly about challenges. It also means understanding the difference between tough environments that help you grow and toxic ones that harm you. Finally, it means approaching mental health conversations thoughtfully and proactively. These are learnable skills. You do not need years of experience to practice them. By focusing on these expectations early, you give yourself a stronger foundation for growth, trust, and long-term career success. 
 Image source: Microsoft 365 content library</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19092467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2">
            <a:lumMod val="90000"/>
          </a:schemeClr>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7E57259E-EB49-83B2-A198-68B73458BDEB}"/>
              </a:ext>
            </a:extLst>
          </p:cNvPr>
          <p:cNvSpPr>
            <a:spLocks noGrp="1"/>
          </p:cNvSpPr>
          <p:nvPr>
            <p:ph type="ctrTitle"/>
          </p:nvPr>
        </p:nvSpPr>
        <p:spPr>
          <a:xfrm>
            <a:off x="7716623" y="1411358"/>
            <a:ext cx="3736010" cy="2845567"/>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20" name="Subtitle 2">
            <a:extLst>
              <a:ext uri="{FF2B5EF4-FFF2-40B4-BE49-F238E27FC236}">
                <a16:creationId xmlns:a16="http://schemas.microsoft.com/office/drawing/2014/main" id="{A132AEC4-FCF7-2D11-D3D9-B11462CDCF92}"/>
              </a:ext>
            </a:extLst>
          </p:cNvPr>
          <p:cNvSpPr>
            <a:spLocks noGrp="1"/>
          </p:cNvSpPr>
          <p:nvPr>
            <p:ph type="subTitle" idx="1"/>
          </p:nvPr>
        </p:nvSpPr>
        <p:spPr>
          <a:xfrm>
            <a:off x="7716621" y="4403039"/>
            <a:ext cx="3729915" cy="1123122"/>
          </a:xfrm>
          <a:prstGeom prst="rect">
            <a:avLst/>
          </a:prstGeom>
        </p:spPr>
        <p:txBody>
          <a:bodyPr vert="horz" lIns="91440" tIns="45720" rIns="91440" bIns="45720" rtlCol="0">
            <a:normAutofit/>
          </a:bodyPr>
          <a:lstStyle>
            <a:lvl1pPr marL="0" indent="0">
              <a:buNone/>
              <a:defRPr lang="en-US" sz="14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74" y="2231727"/>
            <a:ext cx="4564362" cy="429208"/>
          </a:xfrm>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9" y="5261154"/>
            <a:ext cx="1494490" cy="429205"/>
          </a:xfrm>
        </p:spPr>
        <p:txBody>
          <a:bodyPr/>
          <a:lstStyle>
            <a:lvl1pPr>
              <a:defRPr>
                <a:solidFill>
                  <a:schemeClr val="tx1"/>
                </a:solidFill>
                <a:effectLst/>
              </a:defRPr>
            </a:lvl1pPr>
          </a:lstStyle>
          <a:p>
            <a:fld id="{49B045A2-93A3-0245-952F-F70516988491}" type="datetime1">
              <a:rPr lang="en-US" smtClean="0"/>
              <a:t>3/16/2026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8" name="Picture Placeholder 13">
            <a:extLst>
              <a:ext uri="{FF2B5EF4-FFF2-40B4-BE49-F238E27FC236}">
                <a16:creationId xmlns:a16="http://schemas.microsoft.com/office/drawing/2014/main" id="{2D414E7B-9F49-92EB-7F2B-395CE70FEEBA}"/>
              </a:ext>
            </a:extLst>
          </p:cNvPr>
          <p:cNvSpPr>
            <a:spLocks noGrp="1"/>
          </p:cNvSpPr>
          <p:nvPr>
            <p:ph type="pic" sz="quarter" idx="15" hasCustomPrompt="1"/>
          </p:nvPr>
        </p:nvSpPr>
        <p:spPr>
          <a:xfrm>
            <a:off x="597728" y="-6350"/>
            <a:ext cx="6656839" cy="6873766"/>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cxnSp>
        <p:nvCxnSpPr>
          <p:cNvPr id="7" name="Straight Connector 6">
            <a:extLst>
              <a:ext uri="{FF2B5EF4-FFF2-40B4-BE49-F238E27FC236}">
                <a16:creationId xmlns:a16="http://schemas.microsoft.com/office/drawing/2014/main" id="{A0C85949-E7A7-1597-9B25-6E4771C4834E}"/>
              </a:ext>
            </a:extLst>
          </p:cNvPr>
          <p:cNvCxnSpPr>
            <a:cxnSpLocks/>
          </p:cNvCxnSpPr>
          <p:nvPr userDrawn="1"/>
        </p:nvCxnSpPr>
        <p:spPr>
          <a:xfrm>
            <a:off x="7424272" y="164150"/>
            <a:ext cx="4767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ECB499A-44C1-4187-68C2-C06DFDB39E97}"/>
              </a:ext>
            </a:extLst>
          </p:cNvPr>
          <p:cNvCxnSpPr>
            <a:cxnSpLocks/>
          </p:cNvCxnSpPr>
          <p:nvPr userDrawn="1"/>
        </p:nvCxnSpPr>
        <p:spPr>
          <a:xfrm>
            <a:off x="74242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39F2815-A85D-9B68-7DDE-FE83662DD97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18700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E5A671A-CD1D-3726-5EBC-4251B0B1F630}"/>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34991"/>
            <a:ext cx="11323505" cy="755659"/>
          </a:xfrm>
        </p:spPr>
        <p:txBody>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2067304" y="2241964"/>
            <a:ext cx="4564376" cy="429768"/>
          </a:xfrm>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53ED406-9BBB-8243-8F57-F2904DFCFBBC}" type="datetime1">
              <a:rPr lang="en-US" smtClean="0"/>
              <a:t>3/16/2026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652BC221-6328-07B8-5E00-E12DFAC6BF4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6" y="1572050"/>
            <a:ext cx="11323505" cy="4920463"/>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007511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543799" y="634990"/>
            <a:ext cx="4244009" cy="4227952"/>
          </a:xfrm>
        </p:spPr>
        <p:txBody>
          <a:bodyPr vert="horz" lIns="91440" tIns="45720" rIns="91440" bIns="45720" rtlCol="0" anchor="t">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543799" y="5189329"/>
            <a:ext cx="3741886" cy="1033669"/>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85" y="2231733"/>
            <a:ext cx="4564375" cy="429205"/>
          </a:xfrm>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8" y="5261161"/>
            <a:ext cx="1494477" cy="429202"/>
          </a:xfrm>
        </p:spPr>
        <p:txBody>
          <a:bodyPr/>
          <a:lstStyle>
            <a:lvl1pPr>
              <a:defRPr>
                <a:solidFill>
                  <a:schemeClr val="tx1"/>
                </a:solidFill>
                <a:effectLst/>
              </a:defRPr>
            </a:lvl1pPr>
          </a:lstStyle>
          <a:p>
            <a:fld id="{6B7F706A-D109-3944-B52B-877BA50BC7DE}" type="datetime1">
              <a:rPr lang="en-US" smtClean="0"/>
              <a:t>3/16/2026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5" name="Picture Placeholder 13">
            <a:extLst>
              <a:ext uri="{FF2B5EF4-FFF2-40B4-BE49-F238E27FC236}">
                <a16:creationId xmlns:a16="http://schemas.microsoft.com/office/drawing/2014/main" id="{453992B1-FB53-5896-E556-2208A45F982B}"/>
              </a:ext>
            </a:extLst>
          </p:cNvPr>
          <p:cNvSpPr>
            <a:spLocks noGrp="1"/>
          </p:cNvSpPr>
          <p:nvPr>
            <p:ph type="pic" sz="quarter" idx="14" hasCustomPrompt="1"/>
          </p:nvPr>
        </p:nvSpPr>
        <p:spPr>
          <a:xfrm>
            <a:off x="597728" y="0"/>
            <a:ext cx="648892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b="1" dirty="0">
                <a:effectLst/>
              </a:rPr>
              <a:t> </a:t>
            </a:r>
            <a:endParaRPr lang="en-US" dirty="0"/>
          </a:p>
        </p:txBody>
      </p:sp>
      <p:cxnSp>
        <p:nvCxnSpPr>
          <p:cNvPr id="8" name="Straight Connector 7">
            <a:extLst>
              <a:ext uri="{FF2B5EF4-FFF2-40B4-BE49-F238E27FC236}">
                <a16:creationId xmlns:a16="http://schemas.microsoft.com/office/drawing/2014/main" id="{39A94CD3-3183-0F04-2405-7D52239F28A0}"/>
              </a:ext>
            </a:extLst>
          </p:cNvPr>
          <p:cNvCxnSpPr>
            <a:cxnSpLocks/>
          </p:cNvCxnSpPr>
          <p:nvPr userDrawn="1"/>
        </p:nvCxnSpPr>
        <p:spPr>
          <a:xfrm>
            <a:off x="7254575" y="164150"/>
            <a:ext cx="4937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2D7818A-B409-D3C7-1DEC-7919EC439E8E}"/>
              </a:ext>
            </a:extLst>
          </p:cNvPr>
          <p:cNvCxnSpPr>
            <a:cxnSpLocks/>
          </p:cNvCxnSpPr>
          <p:nvPr userDrawn="1"/>
        </p:nvCxnSpPr>
        <p:spPr>
          <a:xfrm>
            <a:off x="7254575"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2C8901F-66EF-1A3E-9AE7-B0A426C81DF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3064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2615D95-4353-B9DA-619F-62F51763C54C}"/>
              </a:ext>
            </a:extLst>
          </p:cNvPr>
          <p:cNvCxnSpPr>
            <a:cxnSpLocks/>
          </p:cNvCxnSpPr>
          <p:nvPr/>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48AEEAA7-1FB1-66FD-6698-0A692D3A2B96}"/>
              </a:ext>
            </a:extLst>
          </p:cNvPr>
          <p:cNvSpPr>
            <a:spLocks noGrp="1"/>
          </p:cNvSpPr>
          <p:nvPr>
            <p:ph type="title"/>
          </p:nvPr>
        </p:nvSpPr>
        <p:spPr>
          <a:xfrm>
            <a:off x="598327" y="5096040"/>
            <a:ext cx="10963656" cy="755659"/>
          </a:xfrm>
        </p:spPr>
        <p:txBody>
          <a:bodyPr anchor="b"/>
          <a:lstStyle/>
          <a:p>
            <a:r>
              <a:rPr lang="en-US"/>
              <a:t>Click to edit Master title style</a:t>
            </a:r>
          </a:p>
        </p:txBody>
      </p:sp>
      <p:sp>
        <p:nvSpPr>
          <p:cNvPr id="12" name="Subtitle 2">
            <a:extLst>
              <a:ext uri="{FF2B5EF4-FFF2-40B4-BE49-F238E27FC236}">
                <a16:creationId xmlns:a16="http://schemas.microsoft.com/office/drawing/2014/main" id="{F12A78E0-F03D-DA65-CE03-3BF1B174A306}"/>
              </a:ext>
            </a:extLst>
          </p:cNvPr>
          <p:cNvSpPr>
            <a:spLocks noGrp="1"/>
          </p:cNvSpPr>
          <p:nvPr>
            <p:ph type="subTitle" idx="1"/>
          </p:nvPr>
        </p:nvSpPr>
        <p:spPr>
          <a:xfrm>
            <a:off x="598328" y="5971305"/>
            <a:ext cx="10963656" cy="521208"/>
          </a:xfrm>
          <a:prstGeom prst="rect">
            <a:avLst/>
          </a:prstGeom>
        </p:spPr>
        <p:txBody>
          <a:bodyPr vert="horz" lIns="91440" tIns="45720" rIns="91440" bIns="45720" rtlCol="0" anchor="t">
            <a:normAutofit/>
          </a:bodyPr>
          <a:lstStyle>
            <a:lvl1pPr marL="0" indent="0">
              <a:buNone/>
              <a:defRPr lang="en-US" sz="1400" dirty="0"/>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8943BE1-14A2-AD48-96B1-88BA0DE8B86C}" type="datetime1">
              <a:rPr lang="en-US" smtClean="0"/>
              <a:t>3/16/2026</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98327" y="0"/>
            <a:ext cx="11593671" cy="4723939"/>
          </a:xfrm>
          <a:prstGeom prst="rect">
            <a:avLst/>
          </a:prstGeom>
          <a:blipFill dpi="0" rotWithShape="1">
            <a:blip r:embed="rId2">
              <a:alphaModFix amt="60000"/>
            </a:blip>
            <a:srcRect/>
            <a:stretch>
              <a:fillRect/>
            </a:stretch>
          </a:blipFill>
        </p:spPr>
        <p:txBody>
          <a:bodyPr/>
          <a:lstStyle>
            <a:lvl1pPr marL="0" indent="0">
              <a:buNone/>
              <a:defRPr/>
            </a:lvl1pPr>
          </a:lstStyle>
          <a:p>
            <a:r>
              <a:rPr lang="en-US" b="1" dirty="0">
                <a:effectLst/>
              </a:rPr>
              <a:t> </a:t>
            </a:r>
            <a:endParaRPr lang="en-US" dirty="0"/>
          </a:p>
        </p:txBody>
      </p:sp>
    </p:spTree>
    <p:extLst>
      <p:ext uri="{BB962C8B-B14F-4D97-AF65-F5344CB8AC3E}">
        <p14:creationId xmlns:p14="http://schemas.microsoft.com/office/powerpoint/2010/main" val="19684888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bg2">
            <a:lumMod val="9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812441-B03B-71E2-9A2F-F3AF112B2CB1}"/>
              </a:ext>
            </a:extLst>
          </p:cNvPr>
          <p:cNvSpPr>
            <a:spLocks noGrp="1"/>
          </p:cNvSpPr>
          <p:nvPr>
            <p:ph type="ctrTitle"/>
          </p:nvPr>
        </p:nvSpPr>
        <p:spPr>
          <a:xfrm>
            <a:off x="612648" y="1373807"/>
            <a:ext cx="3892269" cy="3331896"/>
          </a:xfrm>
        </p:spPr>
        <p:txBody>
          <a:bodyPr vert="horz" lIns="91440" tIns="45720" rIns="91440" bIns="45720" rtlCol="0" anchor="t">
            <a:normAutofit/>
          </a:bodyPr>
          <a:lstStyle>
            <a:lvl1pPr>
              <a:defRPr lang="en-US" sz="3600" dirty="0"/>
            </a:lvl1pPr>
          </a:lstStyle>
          <a:p>
            <a:pPr lvl="0"/>
            <a:r>
              <a:rPr lang="en-US"/>
              <a:t>Click to edit Master title style</a:t>
            </a:r>
            <a:endParaRPr lang="en-US" dirty="0"/>
          </a:p>
        </p:txBody>
      </p:sp>
      <p:sp>
        <p:nvSpPr>
          <p:cNvPr id="6" name="Subtitle 2">
            <a:extLst>
              <a:ext uri="{FF2B5EF4-FFF2-40B4-BE49-F238E27FC236}">
                <a16:creationId xmlns:a16="http://schemas.microsoft.com/office/drawing/2014/main" id="{61F41BB3-E8DA-23DD-7C7E-6AEEA88BD674}"/>
              </a:ext>
            </a:extLst>
          </p:cNvPr>
          <p:cNvSpPr>
            <a:spLocks noGrp="1"/>
          </p:cNvSpPr>
          <p:nvPr>
            <p:ph type="subTitle" idx="1"/>
          </p:nvPr>
        </p:nvSpPr>
        <p:spPr>
          <a:xfrm>
            <a:off x="612649" y="4811646"/>
            <a:ext cx="3174160" cy="1411356"/>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endParaRPr lang="en-US" dirty="0"/>
          </a:p>
        </p:txBody>
      </p:sp>
      <p:cxnSp>
        <p:nvCxnSpPr>
          <p:cNvPr id="5" name="Straight Connector 4">
            <a:extLst>
              <a:ext uri="{FF2B5EF4-FFF2-40B4-BE49-F238E27FC236}">
                <a16:creationId xmlns:a16="http://schemas.microsoft.com/office/drawing/2014/main" id="{61F22791-F1DC-82EE-574A-946C4F39A8F5}"/>
              </a:ext>
            </a:extLst>
          </p:cNvPr>
          <p:cNvCxnSpPr>
            <a:cxnSpLocks/>
          </p:cNvCxnSpPr>
          <p:nvPr userDrawn="1"/>
        </p:nvCxnSpPr>
        <p:spPr>
          <a:xfrm>
            <a:off x="429209" y="164150"/>
            <a:ext cx="450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rot="16200000">
            <a:off x="-2067733" y="2231455"/>
            <a:ext cx="4564378" cy="429768"/>
          </a:xfrm>
        </p:spPr>
        <p:txBody>
          <a:body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rot="16200000">
            <a:off x="-537354" y="5265452"/>
            <a:ext cx="1494475" cy="420624"/>
          </a:xfrm>
        </p:spPr>
        <p:txBody>
          <a:bodyPr/>
          <a:lstStyle/>
          <a:p>
            <a:fld id="{D6DB9EC1-C4C2-B548-AAAE-47A4C38F1382}" type="datetime1">
              <a:rPr lang="en-US" smtClean="0"/>
              <a:t>3/16/2026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29" y="6492875"/>
            <a:ext cx="429207" cy="365125"/>
          </a:xfrm>
        </p:spPr>
        <p:txBody>
          <a:bodyPr/>
          <a:lstStyle/>
          <a:p>
            <a:fld id="{CC057153-B650-4DEB-B370-79DDCFDCE934}" type="slidenum">
              <a:rPr lang="en-US" smtClean="0"/>
              <a:t>‹#›</a:t>
            </a:fld>
            <a:endParaRPr lang="en-US" dirty="0"/>
          </a:p>
        </p:txBody>
      </p:sp>
      <p:sp>
        <p:nvSpPr>
          <p:cNvPr id="13" name="Picture Placeholder 10">
            <a:extLst>
              <a:ext uri="{FF2B5EF4-FFF2-40B4-BE49-F238E27FC236}">
                <a16:creationId xmlns:a16="http://schemas.microsoft.com/office/drawing/2014/main" id="{8E488C3A-0D21-4B03-AE9F-2575D71F1BE5}"/>
              </a:ext>
            </a:extLst>
          </p:cNvPr>
          <p:cNvSpPr>
            <a:spLocks noGrp="1"/>
          </p:cNvSpPr>
          <p:nvPr>
            <p:ph type="pic" sz="quarter" idx="13" hasCustomPrompt="1"/>
          </p:nvPr>
        </p:nvSpPr>
        <p:spPr>
          <a:xfrm>
            <a:off x="5111574" y="0"/>
            <a:ext cx="7080426"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10" name="Straight Connector 9">
            <a:extLst>
              <a:ext uri="{FF2B5EF4-FFF2-40B4-BE49-F238E27FC236}">
                <a16:creationId xmlns:a16="http://schemas.microsoft.com/office/drawing/2014/main" id="{EDC9DC64-28F1-DE35-BA93-42BE9EDD8B26}"/>
              </a:ext>
            </a:extLst>
          </p:cNvPr>
          <p:cNvCxnSpPr>
            <a:cxnSpLocks/>
          </p:cNvCxnSpPr>
          <p:nvPr userDrawn="1"/>
        </p:nvCxnSpPr>
        <p:spPr>
          <a:xfrm>
            <a:off x="493405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A3CE87-786A-4910-E740-1852BBC75C5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2159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2"/>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BFAA997-E292-EBAB-2E9D-3845D76D6263}"/>
              </a:ext>
            </a:extLst>
          </p:cNvPr>
          <p:cNvSpPr>
            <a:spLocks noGrp="1"/>
          </p:cNvSpPr>
          <p:nvPr>
            <p:ph type="ctrTitle"/>
          </p:nvPr>
        </p:nvSpPr>
        <p:spPr>
          <a:xfrm>
            <a:off x="612648" y="353804"/>
            <a:ext cx="9598152" cy="4099340"/>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12" name="Subtitle 2">
            <a:extLst>
              <a:ext uri="{FF2B5EF4-FFF2-40B4-BE49-F238E27FC236}">
                <a16:creationId xmlns:a16="http://schemas.microsoft.com/office/drawing/2014/main" id="{2CE2F65D-E74D-73DE-8713-5AD69E7CEEB1}"/>
              </a:ext>
            </a:extLst>
          </p:cNvPr>
          <p:cNvSpPr>
            <a:spLocks noGrp="1"/>
          </p:cNvSpPr>
          <p:nvPr>
            <p:ph type="subTitle" idx="1"/>
          </p:nvPr>
        </p:nvSpPr>
        <p:spPr>
          <a:xfrm>
            <a:off x="612646" y="5588006"/>
            <a:ext cx="7769354" cy="634991"/>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endParaRPr lang="en-US" dirty="0"/>
          </a:p>
        </p:txBody>
      </p:sp>
      <p:cxnSp>
        <p:nvCxnSpPr>
          <p:cNvPr id="8" name="Straight Connector 7">
            <a:extLst>
              <a:ext uri="{FF2B5EF4-FFF2-40B4-BE49-F238E27FC236}">
                <a16:creationId xmlns:a16="http://schemas.microsoft.com/office/drawing/2014/main" id="{D8D58296-262D-E3A1-3EDA-108D59ADDEB9}"/>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E98C5E6-9287-6A44-A9ED-68C630E53090}" type="datetime1">
              <a:rPr lang="en-US" smtClean="0"/>
              <a:t>3/16/2026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5FC82B15-2BAA-B79D-562D-AB6EE143DF7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25308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2">
            <a:lumMod val="90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3784593-B08F-6412-D575-67F684C5A929}"/>
              </a:ext>
            </a:extLst>
          </p:cNvPr>
          <p:cNvSpPr>
            <a:spLocks noGrp="1"/>
          </p:cNvSpPr>
          <p:nvPr>
            <p:ph type="ctrTitle"/>
          </p:nvPr>
        </p:nvSpPr>
        <p:spPr>
          <a:xfrm>
            <a:off x="598578" y="2018460"/>
            <a:ext cx="9140954" cy="3236439"/>
          </a:xfrm>
        </p:spPr>
        <p:txBody>
          <a:bodyPr vert="horz" lIns="91440" tIns="45720" rIns="91440" bIns="45720" rtlCol="0" anchor="b">
            <a:noAutofit/>
          </a:bodyPr>
          <a:lstStyle>
            <a:lvl1pPr>
              <a:defRPr lang="en-US" sz="6000" dirty="0"/>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4192A629-1C7A-908C-99B6-E95B0C98017A}"/>
              </a:ext>
            </a:extLst>
          </p:cNvPr>
          <p:cNvSpPr>
            <a:spLocks noGrp="1"/>
          </p:cNvSpPr>
          <p:nvPr>
            <p:ph type="subTitle" idx="1"/>
          </p:nvPr>
        </p:nvSpPr>
        <p:spPr>
          <a:xfrm>
            <a:off x="598579" y="5477529"/>
            <a:ext cx="7312153" cy="1014984"/>
          </a:xfrm>
          <a:prstGeom prst="rect">
            <a:avLst/>
          </a:prstGeom>
        </p:spPr>
        <p:txBody>
          <a:bodyPr vert="horz" lIns="91440" tIns="45720" rIns="91440" bIns="45720" rtlCol="0">
            <a:normAutofit/>
          </a:bodyPr>
          <a:lstStyle>
            <a:lvl1pPr marL="0" indent="0">
              <a:buNone/>
              <a:defRPr lang="en-US" sz="1400" dirty="0"/>
            </a:lvl1pPr>
          </a:lstStyle>
          <a:p>
            <a:pPr lvl="0"/>
            <a:r>
              <a:rPr lang="en-US"/>
              <a:t>Click to edit Master subtitle style</a:t>
            </a:r>
            <a:endParaRPr lang="en-US" dirty="0"/>
          </a:p>
        </p:txBody>
      </p:sp>
      <p:cxnSp>
        <p:nvCxnSpPr>
          <p:cNvPr id="9" name="Straight Connector 8">
            <a:extLst>
              <a:ext uri="{FF2B5EF4-FFF2-40B4-BE49-F238E27FC236}">
                <a16:creationId xmlns:a16="http://schemas.microsoft.com/office/drawing/2014/main" id="{617A912A-256D-661B-C181-034D06ED868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AF22403-57C6-1844-A1CE-EC8B0C9F71DA}" type="datetime1">
              <a:rPr lang="en-US" smtClean="0"/>
              <a:t>3/16/2026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DCC649EA-F1C7-472F-52D7-A93BB7EC19B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3119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10FCED8-73AC-58D6-B68F-AAFD305C6675}"/>
              </a:ext>
            </a:extLst>
          </p:cNvPr>
          <p:cNvSpPr>
            <a:spLocks noGrp="1"/>
          </p:cNvSpPr>
          <p:nvPr>
            <p:ph type="ctrTitle"/>
          </p:nvPr>
        </p:nvSpPr>
        <p:spPr>
          <a:xfrm>
            <a:off x="1981200" y="1560442"/>
            <a:ext cx="8229600" cy="2379013"/>
          </a:xfrm>
        </p:spPr>
        <p:txBody>
          <a:bodyPr anchor="b">
            <a:normAutofit/>
          </a:bodyPr>
          <a:lstStyle>
            <a:lvl1pPr algn="ctr">
              <a:defRPr sz="6000"/>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D983008E-F782-B9DD-6537-0B9EAE9279E9}"/>
              </a:ext>
            </a:extLst>
          </p:cNvPr>
          <p:cNvSpPr>
            <a:spLocks noGrp="1"/>
          </p:cNvSpPr>
          <p:nvPr>
            <p:ph type="subTitle" idx="1"/>
          </p:nvPr>
        </p:nvSpPr>
        <p:spPr>
          <a:xfrm>
            <a:off x="2301923" y="4039648"/>
            <a:ext cx="7588155" cy="1029310"/>
          </a:xfrm>
          <a:prstGeom prst="rect">
            <a:avLst/>
          </a:prstGeom>
        </p:spPr>
        <p:txBody>
          <a:bodyPr>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0CFC45B0-B1A3-3E44-43D7-C15E5073EEB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EF67CE4-B6BA-0C48-874C-4DFD10A9B4AF}" type="datetime1">
              <a:rPr lang="en-US" smtClean="0"/>
              <a:t>3/16/2026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3BEA1CDC-959E-33FA-9AF1-75DB91B6A96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9197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A27FB5B-F1F4-96F1-0152-318F0A4000BC}"/>
              </a:ext>
            </a:extLst>
          </p:cNvPr>
          <p:cNvCxnSpPr/>
          <p:nvPr/>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9355388B-2964-6FA6-1B0D-6858F19DB09C}"/>
              </a:ext>
            </a:extLst>
          </p:cNvPr>
          <p:cNvSpPr>
            <a:spLocks noGrp="1"/>
          </p:cNvSpPr>
          <p:nvPr>
            <p:ph type="ctrTitle" hasCustomPrompt="1"/>
          </p:nvPr>
        </p:nvSpPr>
        <p:spPr>
          <a:xfrm>
            <a:off x="612648" y="1001713"/>
            <a:ext cx="7909560" cy="5477510"/>
          </a:xfrm>
        </p:spPr>
        <p:txBody>
          <a:bodyPr vert="horz" lIns="91440" tIns="45720" rIns="91440" bIns="45720" rtlCol="0" anchor="b">
            <a:normAutofit/>
          </a:bodyPr>
          <a:lstStyle>
            <a:lvl1pPr>
              <a:defRPr lang="en-US" sz="60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2E0ED0FC-24F7-C844-8E98-AE6A55D9AF57}" type="datetime1">
              <a:rPr lang="en-US" smtClean="0"/>
              <a:t>3/16/2026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1593392-0733-4701-8F74-B58075202E27}"/>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9246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5807522-A1BC-0AAD-E7B4-C948DF50EAC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55A84E-CDD9-01F9-8DA0-BCAED7E43D04}"/>
              </a:ext>
            </a:extLst>
          </p:cNvPr>
          <p:cNvSpPr>
            <a:spLocks noGrp="1"/>
          </p:cNvSpPr>
          <p:nvPr>
            <p:ph type="title" hasCustomPrompt="1"/>
          </p:nvPr>
        </p:nvSpPr>
        <p:spPr>
          <a:xfrm>
            <a:off x="609599" y="634988"/>
            <a:ext cx="4754563" cy="5568895"/>
          </a:xfrm>
        </p:spPr>
        <p:txBody>
          <a:bodyPr anchor="ctr">
            <a:normAutofit/>
          </a:bodyPr>
          <a:lstStyle>
            <a:lvl1pPr algn="ctr">
              <a:defRPr sz="3600"/>
            </a:lvl1pPr>
          </a:lstStyle>
          <a:p>
            <a:r>
              <a:rPr lang="en-US" dirty="0"/>
              <a:t>Agenda</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0B683C1-A69F-6246-93C5-635FEE862ABF}" type="datetime1">
              <a:rPr lang="en-US" smtClean="0"/>
              <a:t>3/16/2026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Content Placeholder 6">
            <a:extLst>
              <a:ext uri="{FF2B5EF4-FFF2-40B4-BE49-F238E27FC236}">
                <a16:creationId xmlns:a16="http://schemas.microsoft.com/office/drawing/2014/main" id="{731916B7-ECCD-C24F-03F1-DB5BB483E71F}"/>
              </a:ext>
            </a:extLst>
          </p:cNvPr>
          <p:cNvSpPr>
            <a:spLocks noGrp="1"/>
          </p:cNvSpPr>
          <p:nvPr>
            <p:ph sz="quarter" idx="13"/>
          </p:nvPr>
        </p:nvSpPr>
        <p:spPr>
          <a:xfrm>
            <a:off x="5725556" y="634989"/>
            <a:ext cx="5501871" cy="5568895"/>
          </a:xfrm>
          <a:prstGeom prst="rect">
            <a:avLst/>
          </a:prstGeom>
        </p:spPr>
        <p:txBody>
          <a:bodyPr anchor="ctr">
            <a:normAutofit/>
          </a:bodyPr>
          <a:lstStyle>
            <a:lvl1pPr marL="457200" indent="-457200">
              <a:buFont typeface="+mj-lt"/>
              <a:buAutoNum type="arabicPeriod"/>
              <a:defRPr sz="1400"/>
            </a:lvl1pPr>
            <a:lvl2pPr marL="685800" indent="-4572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 name="Straight Connector 1">
            <a:extLst>
              <a:ext uri="{FF2B5EF4-FFF2-40B4-BE49-F238E27FC236}">
                <a16:creationId xmlns:a16="http://schemas.microsoft.com/office/drawing/2014/main" id="{3739F038-F9FC-1926-4D71-CC8CA3499051}"/>
              </a:ext>
            </a:extLst>
          </p:cNvPr>
          <p:cNvCxnSpPr>
            <a:cxnSpLocks/>
          </p:cNvCxnSpPr>
          <p:nvPr userDrawn="1"/>
        </p:nvCxnSpPr>
        <p:spPr>
          <a:xfrm>
            <a:off x="5544868" y="164150"/>
            <a:ext cx="66471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A97BDF7-C98C-7BAF-72C0-73D855999627}"/>
              </a:ext>
            </a:extLst>
          </p:cNvPr>
          <p:cNvCxnSpPr>
            <a:cxnSpLocks/>
          </p:cNvCxnSpPr>
          <p:nvPr userDrawn="1"/>
        </p:nvCxnSpPr>
        <p:spPr>
          <a:xfrm>
            <a:off x="554486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7665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C92E087-D311-16FB-DFD8-7DFD79458D04}"/>
              </a:ext>
            </a:extLst>
          </p:cNvPr>
          <p:cNvCxnSpPr>
            <a:cxnSpLocks/>
          </p:cNvCxnSpPr>
          <p:nvPr userDrawn="1"/>
        </p:nvCxnSpPr>
        <p:spPr>
          <a:xfrm>
            <a:off x="4734117" y="164150"/>
            <a:ext cx="74578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B660C5CD-5D68-8F5D-7451-71E5050BBB85}"/>
              </a:ext>
            </a:extLst>
          </p:cNvPr>
          <p:cNvSpPr>
            <a:spLocks noGrp="1"/>
          </p:cNvSpPr>
          <p:nvPr>
            <p:ph type="title" hasCustomPrompt="1"/>
          </p:nvPr>
        </p:nvSpPr>
        <p:spPr>
          <a:xfrm>
            <a:off x="5366300" y="634989"/>
            <a:ext cx="5916508" cy="2010163"/>
          </a:xfrm>
        </p:spPr>
        <p:txBody>
          <a:bodyPr anchor="b">
            <a:normAutofit/>
          </a:bodyPr>
          <a:lstStyle>
            <a:lvl1pPr>
              <a:defRPr sz="3600"/>
            </a:lvl1pPr>
          </a:lstStyle>
          <a:p>
            <a:r>
              <a:rPr lang="en-US" dirty="0"/>
              <a:t>Agenda</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16200000">
            <a:off x="-2067304" y="2231454"/>
            <a:ext cx="4564376" cy="429768"/>
          </a:xfrm>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16200000">
            <a:off x="-532353" y="5260880"/>
            <a:ext cx="1494474" cy="429768"/>
          </a:xfrm>
        </p:spPr>
        <p:txBody>
          <a:bodyPr/>
          <a:lstStyle/>
          <a:p>
            <a:fld id="{1E1C6775-CD52-A54C-A886-04159AE48FCC}" type="datetime1">
              <a:rPr lang="en-US" smtClean="0"/>
              <a:t>3/16/2026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598329" y="0"/>
            <a:ext cx="3967253"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b="1" dirty="0">
                <a:effectLst/>
              </a:rPr>
              <a:t> </a:t>
            </a:r>
            <a:endParaRPr lang="en-US" dirty="0"/>
          </a:p>
        </p:txBody>
      </p:sp>
      <p:cxnSp>
        <p:nvCxnSpPr>
          <p:cNvPr id="14" name="Straight Connector 13">
            <a:extLst>
              <a:ext uri="{FF2B5EF4-FFF2-40B4-BE49-F238E27FC236}">
                <a16:creationId xmlns:a16="http://schemas.microsoft.com/office/drawing/2014/main" id="{6EC5A10F-4276-544F-CA8D-14E3EDCA493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6">
            <a:extLst>
              <a:ext uri="{FF2B5EF4-FFF2-40B4-BE49-F238E27FC236}">
                <a16:creationId xmlns:a16="http://schemas.microsoft.com/office/drawing/2014/main" id="{5CF91619-8B0D-4421-A55F-551E27448797}"/>
              </a:ext>
            </a:extLst>
          </p:cNvPr>
          <p:cNvSpPr>
            <a:spLocks noGrp="1"/>
          </p:cNvSpPr>
          <p:nvPr>
            <p:ph sz="quarter" idx="13"/>
          </p:nvPr>
        </p:nvSpPr>
        <p:spPr>
          <a:xfrm>
            <a:off x="5366301" y="2785844"/>
            <a:ext cx="5916507" cy="3436789"/>
          </a:xfrm>
          <a:prstGeom prst="rect">
            <a:avLst/>
          </a:prstGeo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33DCD739-74E4-2105-6F53-768C6751732F}"/>
              </a:ext>
            </a:extLst>
          </p:cNvPr>
          <p:cNvCxnSpPr>
            <a:cxnSpLocks/>
          </p:cNvCxnSpPr>
          <p:nvPr userDrawn="1"/>
        </p:nvCxnSpPr>
        <p:spPr>
          <a:xfrm>
            <a:off x="473411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2567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30124F2-891B-DC7A-86AD-C038AE8A649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9341AF79-3F16-A8E7-007E-1A2980E81DD4}"/>
              </a:ext>
            </a:extLst>
          </p:cNvPr>
          <p:cNvSpPr>
            <a:spLocks noGrp="1"/>
          </p:cNvSpPr>
          <p:nvPr>
            <p:ph type="title"/>
          </p:nvPr>
        </p:nvSpPr>
        <p:spPr>
          <a:xfrm>
            <a:off x="2790911" y="2133600"/>
            <a:ext cx="6623436" cy="1070776"/>
          </a:xfrm>
        </p:spPr>
        <p:txBody>
          <a:bodyPr anchor="b">
            <a:noAutofit/>
          </a:bodyPr>
          <a:lstStyle>
            <a:lvl1pPr algn="ctr">
              <a:defRPr sz="3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C33FAE-1362-BD4C-BD27-D14D765263BE}" type="datetime1">
              <a:rPr lang="en-US" smtClean="0"/>
              <a:t>3/16/2026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CD1D8F17-EF76-0E40-74BF-199C6164260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C931F20E-084F-FB1E-5BCE-895E1E7C00A8}"/>
              </a:ext>
            </a:extLst>
          </p:cNvPr>
          <p:cNvSpPr>
            <a:spLocks noGrp="1"/>
          </p:cNvSpPr>
          <p:nvPr>
            <p:ph sz="quarter" idx="13"/>
          </p:nvPr>
        </p:nvSpPr>
        <p:spPr>
          <a:xfrm>
            <a:off x="3768786" y="3335364"/>
            <a:ext cx="4659735" cy="1645198"/>
          </a:xfrm>
          <a:prstGeom prst="rect">
            <a:avLst/>
          </a:prstGeo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9073504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FA3D046-B01C-DBA5-51DF-DBED5201FE45}"/>
              </a:ext>
            </a:extLst>
          </p:cNvPr>
          <p:cNvSpPr>
            <a:spLocks noGrp="1"/>
          </p:cNvSpPr>
          <p:nvPr>
            <p:ph type="title"/>
          </p:nvPr>
        </p:nvSpPr>
        <p:spPr>
          <a:xfrm>
            <a:off x="612646" y="639308"/>
            <a:ext cx="3493858" cy="3456894"/>
          </a:xfrm>
        </p:spPr>
        <p:txBody>
          <a:bodyPr anchor="t">
            <a:normAutofit/>
          </a:bodyPr>
          <a:lstStyle>
            <a:lvl1pPr>
              <a:defRPr sz="3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325E669-05A6-404B-8715-25833A839546}" type="datetime1">
              <a:rPr lang="en-US" smtClean="0"/>
              <a:t>3/16/2026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A9054AC9-7FE7-AA63-76C1-0BB3E059FCE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6597F5E1-A046-AB64-9D7D-F213B99BA206}"/>
              </a:ext>
            </a:extLst>
          </p:cNvPr>
          <p:cNvSpPr>
            <a:spLocks noGrp="1"/>
          </p:cNvSpPr>
          <p:nvPr>
            <p:ph sz="quarter" idx="13"/>
          </p:nvPr>
        </p:nvSpPr>
        <p:spPr>
          <a:xfrm>
            <a:off x="4784847" y="634990"/>
            <a:ext cx="4956175" cy="34612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2A7D9751-738D-5DDB-78D9-0E6ADE16DBF4}"/>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097523F-06BD-1944-4024-B46F8F3B01EF}"/>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022469"/>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78FADAF-0BCA-C95A-D2BE-C98740CF0EB8}"/>
              </a:ext>
            </a:extLst>
          </p:cNvPr>
          <p:cNvSpPr>
            <a:spLocks noGrp="1"/>
          </p:cNvSpPr>
          <p:nvPr>
            <p:ph type="title"/>
          </p:nvPr>
        </p:nvSpPr>
        <p:spPr>
          <a:xfrm>
            <a:off x="614678" y="634556"/>
            <a:ext cx="3923455" cy="4083580"/>
          </a:xfrm>
        </p:spPr>
        <p:txBody>
          <a:bodyPr anchor="t">
            <a:normAutofit/>
          </a:bodyPr>
          <a:lstStyle>
            <a:lvl1pPr>
              <a:defRPr sz="3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6DFBFE4-ABE6-4446-98A0-81193AB08FE6}" type="datetime1">
              <a:rPr lang="en-US" smtClean="0"/>
              <a:t>3/16/2026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D32B1FAB-0434-52D4-45F7-F1C56FA427F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3B645384-979B-3284-353F-AE6BA73B6308}"/>
              </a:ext>
            </a:extLst>
          </p:cNvPr>
          <p:cNvSpPr>
            <a:spLocks noGrp="1"/>
          </p:cNvSpPr>
          <p:nvPr>
            <p:ph sz="quarter" idx="13"/>
          </p:nvPr>
        </p:nvSpPr>
        <p:spPr>
          <a:xfrm>
            <a:off x="5156011" y="634990"/>
            <a:ext cx="6045390"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31DE67CE-9944-D773-D6CE-6886E0FC7B92}"/>
              </a:ext>
            </a:extLst>
          </p:cNvPr>
          <p:cNvCxnSpPr>
            <a:cxnSpLocks/>
          </p:cNvCxnSpPr>
          <p:nvPr userDrawn="1"/>
        </p:nvCxnSpPr>
        <p:spPr>
          <a:xfrm>
            <a:off x="4845153" y="164150"/>
            <a:ext cx="73468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C4113B4-BD8F-E8D0-B91A-25A71EBD29DB}"/>
              </a:ext>
            </a:extLst>
          </p:cNvPr>
          <p:cNvCxnSpPr>
            <a:cxnSpLocks/>
          </p:cNvCxnSpPr>
          <p:nvPr userDrawn="1"/>
        </p:nvCxnSpPr>
        <p:spPr>
          <a:xfrm>
            <a:off x="484515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3729325"/>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5">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C402DE-0801-3DC8-B525-21BE7D10845C}"/>
              </a:ext>
            </a:extLst>
          </p:cNvPr>
          <p:cNvSpPr>
            <a:spLocks noGrp="1"/>
          </p:cNvSpPr>
          <p:nvPr>
            <p:ph type="title"/>
          </p:nvPr>
        </p:nvSpPr>
        <p:spPr>
          <a:xfrm>
            <a:off x="614677" y="634990"/>
            <a:ext cx="3496147" cy="4940661"/>
          </a:xfrm>
        </p:spPr>
        <p:txBody>
          <a:bodyPr anchor="t">
            <a:normAutofit/>
          </a:bodyPr>
          <a:lstStyle>
            <a:lvl1pPr>
              <a:defRPr sz="3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830A1E6-64A0-A640-8661-BD4B0C6BF0D6}" type="datetime1">
              <a:rPr lang="en-US" smtClean="0"/>
              <a:t>3/16/2026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8F4B9D1-5247-53CB-C1FC-9E3459BF1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7">
            <a:extLst>
              <a:ext uri="{FF2B5EF4-FFF2-40B4-BE49-F238E27FC236}">
                <a16:creationId xmlns:a16="http://schemas.microsoft.com/office/drawing/2014/main" id="{FAFB8F5C-FBC3-1AD5-7B6E-3D6E72CC8EDA}"/>
              </a:ext>
            </a:extLst>
          </p:cNvPr>
          <p:cNvSpPr>
            <a:spLocks noGrp="1"/>
          </p:cNvSpPr>
          <p:nvPr>
            <p:ph sz="quarter" idx="13"/>
          </p:nvPr>
        </p:nvSpPr>
        <p:spPr>
          <a:xfrm>
            <a:off x="4800600" y="634990"/>
            <a:ext cx="6775703" cy="49406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E987FE6-F1FA-D76D-889F-27925E215AFE}"/>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4D5175A-6AE4-265E-5E7C-0D58C0399013}"/>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13806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6">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A14E02C-EAB1-336F-35FC-74C50ABEE3F5}"/>
              </a:ext>
            </a:extLst>
          </p:cNvPr>
          <p:cNvSpPr>
            <a:spLocks noGrp="1"/>
          </p:cNvSpPr>
          <p:nvPr>
            <p:ph type="title"/>
          </p:nvPr>
        </p:nvSpPr>
        <p:spPr>
          <a:xfrm>
            <a:off x="612646" y="634991"/>
            <a:ext cx="3203979" cy="2960689"/>
          </a:xfrm>
        </p:spPr>
        <p:txBody>
          <a:bodyPr anchor="t">
            <a:normAutofit/>
          </a:bodyPr>
          <a:lstStyle>
            <a:lvl1pPr>
              <a:defRPr sz="3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E2C4FF-3DB1-694D-98F8-CDB69183155A}" type="datetime1">
              <a:rPr lang="en-US" smtClean="0"/>
              <a:t>3/16/2026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CE7E8DAF-8174-2859-E029-6F85464CAC9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228395-2719-9A44-CE27-6CFD8BD848E8}"/>
              </a:ext>
            </a:extLst>
          </p:cNvPr>
          <p:cNvCxnSpPr>
            <a:cxnSpLocks/>
          </p:cNvCxnSpPr>
          <p:nvPr userDrawn="1"/>
        </p:nvCxnSpPr>
        <p:spPr>
          <a:xfrm>
            <a:off x="4076527" y="164150"/>
            <a:ext cx="81154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83E6F6-12DD-3AC0-8C59-D6E9DEDA1456}"/>
              </a:ext>
            </a:extLst>
          </p:cNvPr>
          <p:cNvCxnSpPr>
            <a:cxnSpLocks/>
          </p:cNvCxnSpPr>
          <p:nvPr userDrawn="1"/>
        </p:nvCxnSpPr>
        <p:spPr>
          <a:xfrm>
            <a:off x="40765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7">
            <a:extLst>
              <a:ext uri="{FF2B5EF4-FFF2-40B4-BE49-F238E27FC236}">
                <a16:creationId xmlns:a16="http://schemas.microsoft.com/office/drawing/2014/main" id="{A0FAA1F1-BF1B-05BE-95CD-DAD1794AEEC3}"/>
              </a:ext>
            </a:extLst>
          </p:cNvPr>
          <p:cNvSpPr>
            <a:spLocks noGrp="1"/>
          </p:cNvSpPr>
          <p:nvPr>
            <p:ph sz="quarter" idx="13"/>
          </p:nvPr>
        </p:nvSpPr>
        <p:spPr>
          <a:xfrm>
            <a:off x="4336430" y="634990"/>
            <a:ext cx="7239873" cy="522128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844173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Ref idx="1001">
        <a:schemeClr val="bg1"/>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CB705E-6980-8EA2-DEFB-527BC9F42B3C}"/>
              </a:ext>
            </a:extLst>
          </p:cNvPr>
          <p:cNvSpPr>
            <a:spLocks noGrp="1"/>
          </p:cNvSpPr>
          <p:nvPr>
            <p:ph type="title"/>
          </p:nvPr>
        </p:nvSpPr>
        <p:spPr>
          <a:xfrm>
            <a:off x="5195209" y="649229"/>
            <a:ext cx="6426389" cy="1315029"/>
          </a:xfrm>
        </p:spPr>
        <p:txBody>
          <a:bodyPr anchor="t"/>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rot="16200000">
            <a:off x="-2067304" y="2231454"/>
            <a:ext cx="4564376" cy="429768"/>
          </a:xfrm>
        </p:spPr>
        <p:txBody>
          <a:bodyPr/>
          <a:lstStyle/>
          <a:p>
            <a:r>
              <a:rPr lang="en-US" dirty="0"/>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532354" y="5260879"/>
            <a:ext cx="1494475" cy="429768"/>
          </a:xfrm>
        </p:spPr>
        <p:txBody>
          <a:bodyPr/>
          <a:lstStyle/>
          <a:p>
            <a:fld id="{3B20CA3A-3B93-8A4D-A86D-073A7B7FB78B}" type="datetime1">
              <a:rPr lang="en-US" smtClean="0"/>
              <a:t>3/16/2026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1"/>
            <a:ext cx="3955689" cy="6858000"/>
          </a:xfrm>
          <a:prstGeom prst="rect">
            <a:avLst/>
          </a:prstGeom>
          <a:blipFill dpi="0" rotWithShape="1">
            <a:blip r:embed="rId2">
              <a:alphaModFix amt="60000"/>
            </a:blip>
            <a:srcRect/>
            <a:stretch>
              <a:fillRect l="-2278" r="-6699"/>
            </a:stretch>
          </a:blipFill>
        </p:spPr>
        <p:txBody>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1DEA9FDC-933A-D673-02B2-DFC917E1F183}"/>
              </a:ext>
            </a:extLst>
          </p:cNvPr>
          <p:cNvSpPr>
            <a:spLocks noGrp="1"/>
          </p:cNvSpPr>
          <p:nvPr>
            <p:ph sz="quarter" idx="14"/>
          </p:nvPr>
        </p:nvSpPr>
        <p:spPr>
          <a:xfrm>
            <a:off x="5196566" y="2129468"/>
            <a:ext cx="6418935" cy="40931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8F3207AA-DF92-4449-9316-61475F014448}"/>
              </a:ext>
            </a:extLst>
          </p:cNvPr>
          <p:cNvCxnSpPr>
            <a:cxnSpLocks/>
          </p:cNvCxnSpPr>
          <p:nvPr userDrawn="1"/>
        </p:nvCxnSpPr>
        <p:spPr>
          <a:xfrm>
            <a:off x="4554017" y="164150"/>
            <a:ext cx="76379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D34805F9-D010-6E54-928C-1EBB88CBA9D3}"/>
              </a:ext>
            </a:extLst>
          </p:cNvPr>
          <p:cNvCxnSpPr>
            <a:cxnSpLocks/>
          </p:cNvCxnSpPr>
          <p:nvPr userDrawn="1"/>
        </p:nvCxnSpPr>
        <p:spPr>
          <a:xfrm>
            <a:off x="455852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487952-A86B-7C85-B4C5-3B9E9DED85A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29057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54697B-6BB0-3017-1C4B-D8473D35C9F1}"/>
              </a:ext>
            </a:extLst>
          </p:cNvPr>
          <p:cNvSpPr>
            <a:spLocks noGrp="1"/>
          </p:cNvSpPr>
          <p:nvPr>
            <p:ph type="title"/>
          </p:nvPr>
        </p:nvSpPr>
        <p:spPr>
          <a:xfrm>
            <a:off x="612647" y="634999"/>
            <a:ext cx="6339541" cy="1191320"/>
          </a:xfrm>
        </p:spPr>
        <p:txBody>
          <a:bodyPr anchor="t"/>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2067302" y="2231454"/>
            <a:ext cx="4564376" cy="429768"/>
          </a:xfrm>
        </p:spPr>
        <p:txBody>
          <a:bodyPr/>
          <a:lstStyle/>
          <a:p>
            <a:r>
              <a:rPr lang="en-US" dirty="0"/>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rot="16200000">
            <a:off x="-532352" y="5260879"/>
            <a:ext cx="1494475" cy="429768"/>
          </a:xfrm>
        </p:spPr>
        <p:txBody>
          <a:bodyPr/>
          <a:lstStyle/>
          <a:p>
            <a:fld id="{83FF3418-23F6-0E41-81BF-3ADC067979C5}" type="datetime1">
              <a:rPr lang="en-US" smtClean="0"/>
              <a:t>3/16/2026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 y="6492875"/>
            <a:ext cx="429207" cy="365125"/>
          </a:xfrm>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967BDF5B-E352-4558-1EFA-37F504BFE32E}"/>
              </a:ext>
            </a:extLst>
          </p:cNvPr>
          <p:cNvCxnSpPr>
            <a:cxnSpLocks/>
          </p:cNvCxnSpPr>
          <p:nvPr userDrawn="1"/>
        </p:nvCxnSpPr>
        <p:spPr>
          <a:xfrm>
            <a:off x="429208" y="164150"/>
            <a:ext cx="719111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7">
            <a:extLst>
              <a:ext uri="{FF2B5EF4-FFF2-40B4-BE49-F238E27FC236}">
                <a16:creationId xmlns:a16="http://schemas.microsoft.com/office/drawing/2014/main" id="{071AEEC6-CCC7-7524-30CC-97FFD70292E7}"/>
              </a:ext>
            </a:extLst>
          </p:cNvPr>
          <p:cNvSpPr>
            <a:spLocks noGrp="1"/>
          </p:cNvSpPr>
          <p:nvPr>
            <p:ph sz="quarter" idx="14"/>
          </p:nvPr>
        </p:nvSpPr>
        <p:spPr>
          <a:xfrm>
            <a:off x="612774" y="1975104"/>
            <a:ext cx="6339414" cy="422899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6" name="Straight Connector 5">
            <a:extLst>
              <a:ext uri="{FF2B5EF4-FFF2-40B4-BE49-F238E27FC236}">
                <a16:creationId xmlns:a16="http://schemas.microsoft.com/office/drawing/2014/main" id="{D02BFE52-C7C3-A7E3-F6D9-EDECDF40EF56}"/>
              </a:ext>
            </a:extLst>
          </p:cNvPr>
          <p:cNvCxnSpPr>
            <a:cxnSpLocks/>
          </p:cNvCxnSpPr>
          <p:nvPr userDrawn="1"/>
        </p:nvCxnSpPr>
        <p:spPr>
          <a:xfrm>
            <a:off x="76203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C0473F-E6DB-D181-43D0-0D5C945184B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434122"/>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3">
    <p:bg>
      <p:bgRef idx="1001">
        <a:schemeClr val="bg1"/>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5514FA0-05E8-2961-1038-EAF5251DC614}"/>
              </a:ext>
            </a:extLst>
          </p:cNvPr>
          <p:cNvSpPr>
            <a:spLocks noGrp="1"/>
          </p:cNvSpPr>
          <p:nvPr>
            <p:ph type="title"/>
          </p:nvPr>
        </p:nvSpPr>
        <p:spPr>
          <a:xfrm>
            <a:off x="4487024" y="634999"/>
            <a:ext cx="6950232" cy="1124525"/>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2067304" y="2231454"/>
            <a:ext cx="4564376" cy="429768"/>
          </a:xfrm>
        </p:spPr>
        <p:txBody>
          <a:bodyPr/>
          <a:lstStyle/>
          <a:p>
            <a:r>
              <a:rPr lang="en-US" dirty="0"/>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532354" y="5260879"/>
            <a:ext cx="1494474" cy="429768"/>
          </a:xfrm>
        </p:spPr>
        <p:txBody>
          <a:bodyPr/>
          <a:lstStyle/>
          <a:p>
            <a:fld id="{F2A5EBC1-EEC5-7C42-832C-A9026EE0BC29}" type="datetime1">
              <a:rPr lang="en-US" smtClean="0"/>
              <a:t>3/16/2026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5EA26726-2193-5028-87FF-55119A73A643}"/>
              </a:ext>
            </a:extLst>
          </p:cNvPr>
          <p:cNvCxnSpPr>
            <a:cxnSpLocks/>
          </p:cNvCxnSpPr>
          <p:nvPr userDrawn="1"/>
        </p:nvCxnSpPr>
        <p:spPr>
          <a:xfrm>
            <a:off x="3854841" y="164150"/>
            <a:ext cx="83371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0"/>
            <a:ext cx="3256513" cy="6858000"/>
          </a:xfrm>
          <a:prstGeom prst="rect">
            <a:avLst/>
          </a:prstGeom>
          <a:blipFill dpi="0" rotWithShape="1">
            <a:blip r:embed="rId2">
              <a:alphaModFix amt="60000"/>
            </a:blip>
            <a:srcRect/>
            <a:stretch>
              <a:fillRect l="-74" r="-74"/>
            </a:stretch>
          </a:blipFill>
        </p:spPr>
        <p:txBody>
          <a:bodyPr/>
          <a:lstStyle>
            <a:lvl1pPr marL="0" indent="0">
              <a:buNone/>
              <a:defRPr/>
            </a:lvl1pPr>
          </a:lstStyle>
          <a:p>
            <a:r>
              <a:rPr lang="en-US" dirty="0"/>
              <a:t> </a:t>
            </a:r>
          </a:p>
        </p:txBody>
      </p:sp>
      <p:cxnSp>
        <p:nvCxnSpPr>
          <p:cNvPr id="5" name="Straight Connector 4">
            <a:extLst>
              <a:ext uri="{FF2B5EF4-FFF2-40B4-BE49-F238E27FC236}">
                <a16:creationId xmlns:a16="http://schemas.microsoft.com/office/drawing/2014/main" id="{1FAA0E72-1F2C-EAE4-77B7-9FF7C88D21DD}"/>
              </a:ext>
            </a:extLst>
          </p:cNvPr>
          <p:cNvCxnSpPr>
            <a:cxnSpLocks/>
          </p:cNvCxnSpPr>
          <p:nvPr userDrawn="1"/>
        </p:nvCxnSpPr>
        <p:spPr>
          <a:xfrm>
            <a:off x="385484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A80D3F-C3CE-0859-0D1F-594C0503DBA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7A9AAC07-CAB1-CF16-5C97-C863D7E6BD22}"/>
              </a:ext>
            </a:extLst>
          </p:cNvPr>
          <p:cNvSpPr>
            <a:spLocks noGrp="1"/>
          </p:cNvSpPr>
          <p:nvPr>
            <p:ph sz="quarter" idx="14"/>
          </p:nvPr>
        </p:nvSpPr>
        <p:spPr>
          <a:xfrm>
            <a:off x="4487024" y="1879608"/>
            <a:ext cx="6950232" cy="4343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785148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bg>
      <p:bgRef idx="1001">
        <a:schemeClr val="bg1"/>
      </p:bgRef>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16649CF-C20C-7376-D09A-88A289B7A347}"/>
              </a:ext>
            </a:extLst>
          </p:cNvPr>
          <p:cNvCxnSpPr>
            <a:cxnSpLocks/>
          </p:cNvCxnSpPr>
          <p:nvPr userDrawn="1"/>
        </p:nvCxnSpPr>
        <p:spPr>
          <a:xfrm>
            <a:off x="429208" y="164150"/>
            <a:ext cx="8506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2035DE79-838A-407A-D882-E2ECC332BA37}"/>
              </a:ext>
            </a:extLst>
          </p:cNvPr>
          <p:cNvSpPr>
            <a:spLocks noGrp="1"/>
          </p:cNvSpPr>
          <p:nvPr>
            <p:ph type="title"/>
          </p:nvPr>
        </p:nvSpPr>
        <p:spPr>
          <a:xfrm>
            <a:off x="612646" y="634999"/>
            <a:ext cx="8053370" cy="932688"/>
          </a:xfrm>
        </p:spPr>
        <p:txBody>
          <a:bodyPr anchor="t"/>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2067302" y="2231454"/>
            <a:ext cx="4564376" cy="429768"/>
          </a:xfrm>
        </p:spPr>
        <p:txBody>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16200000">
            <a:off x="-532352" y="5260879"/>
            <a:ext cx="1494475" cy="429768"/>
          </a:xfrm>
        </p:spPr>
        <p:txBody>
          <a:bodyPr/>
          <a:lstStyle/>
          <a:p>
            <a:fld id="{0CAB06F6-E685-BB44-8251-DAABC7824548}" type="datetime1">
              <a:rPr lang="en-US" smtClean="0"/>
              <a:t>3/16/2026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 y="6492240"/>
            <a:ext cx="429207" cy="365125"/>
          </a:xfr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BB030F47-B045-036A-B67B-EF84DE9E2A8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7">
            <a:extLst>
              <a:ext uri="{FF2B5EF4-FFF2-40B4-BE49-F238E27FC236}">
                <a16:creationId xmlns:a16="http://schemas.microsoft.com/office/drawing/2014/main" id="{74611DE4-D3F2-8522-9161-AA66017D25C5}"/>
              </a:ext>
            </a:extLst>
          </p:cNvPr>
          <p:cNvSpPr>
            <a:spLocks noGrp="1"/>
          </p:cNvSpPr>
          <p:nvPr>
            <p:ph sz="quarter" idx="14"/>
          </p:nvPr>
        </p:nvSpPr>
        <p:spPr>
          <a:xfrm>
            <a:off x="612646" y="1710153"/>
            <a:ext cx="8053370" cy="453537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0">
            <a:extLst>
              <a:ext uri="{FF2B5EF4-FFF2-40B4-BE49-F238E27FC236}">
                <a16:creationId xmlns:a16="http://schemas.microsoft.com/office/drawing/2014/main" id="{30B91F0A-C479-FEF7-833F-CCE5C4EB4617}"/>
              </a:ext>
            </a:extLst>
          </p:cNvPr>
          <p:cNvSpPr>
            <a:spLocks noGrp="1"/>
          </p:cNvSpPr>
          <p:nvPr>
            <p:ph type="pic" sz="quarter" idx="13" hasCustomPrompt="1"/>
          </p:nvPr>
        </p:nvSpPr>
        <p:spPr>
          <a:xfrm>
            <a:off x="8935487" y="0"/>
            <a:ext cx="3256513"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6" name="Straight Connector 5">
            <a:extLst>
              <a:ext uri="{FF2B5EF4-FFF2-40B4-BE49-F238E27FC236}">
                <a16:creationId xmlns:a16="http://schemas.microsoft.com/office/drawing/2014/main" id="{83378864-FFEC-CA89-08FD-A1FFF3F03CA9}"/>
              </a:ext>
            </a:extLst>
          </p:cNvPr>
          <p:cNvCxnSpPr>
            <a:cxnSpLocks/>
          </p:cNvCxnSpPr>
          <p:nvPr userDrawn="1"/>
        </p:nvCxnSpPr>
        <p:spPr>
          <a:xfrm>
            <a:off x="893548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7055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F30E7C-B7B6-19F0-A56E-A9173599A966}"/>
              </a:ext>
            </a:extLst>
          </p:cNvPr>
          <p:cNvSpPr>
            <a:spLocks noGrp="1"/>
          </p:cNvSpPr>
          <p:nvPr>
            <p:ph type="title"/>
          </p:nvPr>
        </p:nvSpPr>
        <p:spPr>
          <a:xfrm>
            <a:off x="7094553" y="634999"/>
            <a:ext cx="4477512" cy="1328932"/>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1666" y="5260191"/>
            <a:ext cx="1493097" cy="429768"/>
          </a:xfrm>
        </p:spPr>
        <p:txBody>
          <a:bodyPr/>
          <a:lstStyle>
            <a:lvl1pPr>
              <a:defRPr>
                <a:solidFill>
                  <a:schemeClr val="tx1"/>
                </a:solidFill>
                <a:effectLst/>
              </a:defRPr>
            </a:lvl1pPr>
          </a:lstStyle>
          <a:p>
            <a:fld id="{18FB12C4-D228-0548-ADB4-1A4C8851F4D3}"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B44E0F01-74F8-4E05-0BF9-107555BA139C}"/>
              </a:ext>
            </a:extLst>
          </p:cNvPr>
          <p:cNvCxnSpPr>
            <a:cxnSpLocks/>
          </p:cNvCxnSpPr>
          <p:nvPr userDrawn="1"/>
        </p:nvCxnSpPr>
        <p:spPr>
          <a:xfrm>
            <a:off x="6453101" y="164150"/>
            <a:ext cx="57388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0"/>
            <a:ext cx="584350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A85E70CC-C7D7-B9CE-493E-0579781D2D31}"/>
              </a:ext>
            </a:extLst>
          </p:cNvPr>
          <p:cNvCxnSpPr>
            <a:cxnSpLocks/>
          </p:cNvCxnSpPr>
          <p:nvPr userDrawn="1"/>
        </p:nvCxnSpPr>
        <p:spPr>
          <a:xfrm>
            <a:off x="645310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E830231-922B-910E-CA0F-2B635AE5E80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7">
            <a:extLst>
              <a:ext uri="{FF2B5EF4-FFF2-40B4-BE49-F238E27FC236}">
                <a16:creationId xmlns:a16="http://schemas.microsoft.com/office/drawing/2014/main" id="{2805764E-60E5-FE62-A39B-C399C892CA28}"/>
              </a:ext>
            </a:extLst>
          </p:cNvPr>
          <p:cNvSpPr>
            <a:spLocks noGrp="1"/>
          </p:cNvSpPr>
          <p:nvPr>
            <p:ph sz="quarter" idx="15"/>
          </p:nvPr>
        </p:nvSpPr>
        <p:spPr>
          <a:xfrm>
            <a:off x="7094553" y="2110570"/>
            <a:ext cx="4477512" cy="4282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0186592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6">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78C3E4-9A2C-A408-E558-ACBB88C70840}"/>
              </a:ext>
            </a:extLst>
          </p:cNvPr>
          <p:cNvSpPr>
            <a:spLocks noGrp="1"/>
          </p:cNvSpPr>
          <p:nvPr>
            <p:ph type="title"/>
          </p:nvPr>
        </p:nvSpPr>
        <p:spPr>
          <a:xfrm>
            <a:off x="612649" y="632326"/>
            <a:ext cx="4494189" cy="1288169"/>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1905" y="2231455"/>
            <a:ext cx="4564377" cy="429768"/>
          </a:xfrm>
        </p:spPr>
        <p:txBody>
          <a:bodyPr/>
          <a:lstStyle>
            <a:lvl1pPr>
              <a:defRPr>
                <a:solidFill>
                  <a:schemeClr val="tx1"/>
                </a:solidFill>
                <a:effectLst/>
              </a:defRPr>
            </a:lvl1p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6954" y="5260879"/>
            <a:ext cx="1494474" cy="429768"/>
          </a:xfrm>
        </p:spPr>
        <p:txBody>
          <a:bodyPr/>
          <a:lstStyle/>
          <a:p>
            <a:fld id="{2992CB46-8CF1-8348-978D-ADB871DB2637}"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601" y="6492240"/>
            <a:ext cx="429207" cy="365760"/>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9" name="Content Placeholder 7">
            <a:extLst>
              <a:ext uri="{FF2B5EF4-FFF2-40B4-BE49-F238E27FC236}">
                <a16:creationId xmlns:a16="http://schemas.microsoft.com/office/drawing/2014/main" id="{3FB30328-57E8-EA3D-F9A4-154570AE3DF0}"/>
              </a:ext>
            </a:extLst>
          </p:cNvPr>
          <p:cNvSpPr>
            <a:spLocks noGrp="1"/>
          </p:cNvSpPr>
          <p:nvPr>
            <p:ph sz="quarter" idx="14"/>
          </p:nvPr>
        </p:nvSpPr>
        <p:spPr>
          <a:xfrm>
            <a:off x="612775" y="2068714"/>
            <a:ext cx="4494063" cy="415695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39DAEF4D-3959-2C17-59C0-0C51806BBED5}"/>
              </a:ext>
            </a:extLst>
          </p:cNvPr>
          <p:cNvSpPr>
            <a:spLocks noGrp="1"/>
          </p:cNvSpPr>
          <p:nvPr>
            <p:ph type="pic" sz="quarter" idx="15" hasCustomPrompt="1"/>
          </p:nvPr>
        </p:nvSpPr>
        <p:spPr>
          <a:xfrm>
            <a:off x="5658928" y="0"/>
            <a:ext cx="6533072" cy="6858000"/>
          </a:xfrm>
          <a:prstGeom prst="rect">
            <a:avLst/>
          </a:prstGeom>
          <a:blipFill dpi="0" rotWithShape="1">
            <a:blip r:embed="rId2">
              <a:alphaModFix amt="60000"/>
            </a:blip>
            <a:srcRect/>
            <a:stretch>
              <a:fillRect l="-154" r="-154"/>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8812D87E-65D6-AA23-C2F1-6ACD679648B1}"/>
              </a:ext>
            </a:extLst>
          </p:cNvPr>
          <p:cNvCxnSpPr>
            <a:cxnSpLocks/>
          </p:cNvCxnSpPr>
          <p:nvPr userDrawn="1"/>
        </p:nvCxnSpPr>
        <p:spPr>
          <a:xfrm>
            <a:off x="431800" y="164150"/>
            <a:ext cx="521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CC1A446-6BAE-22CC-E376-C7034DBFDE71}"/>
              </a:ext>
            </a:extLst>
          </p:cNvPr>
          <p:cNvCxnSpPr>
            <a:cxnSpLocks/>
          </p:cNvCxnSpPr>
          <p:nvPr userDrawn="1"/>
        </p:nvCxnSpPr>
        <p:spPr>
          <a:xfrm>
            <a:off x="5656309" y="372"/>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4047466-B04C-40AF-946A-45572220C73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85553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496FAE0-B42A-699E-0194-1D9B07385D83}"/>
              </a:ext>
            </a:extLst>
          </p:cNvPr>
          <p:cNvSpPr>
            <a:spLocks noGrp="1"/>
          </p:cNvSpPr>
          <p:nvPr>
            <p:ph type="title"/>
          </p:nvPr>
        </p:nvSpPr>
        <p:spPr>
          <a:xfrm>
            <a:off x="8212663" y="634999"/>
            <a:ext cx="3363514" cy="1667226"/>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79"/>
            <a:ext cx="1494473" cy="429768"/>
          </a:xfrm>
        </p:spPr>
        <p:txBody>
          <a:bodyPr/>
          <a:lstStyle>
            <a:lvl1pPr>
              <a:defRPr>
                <a:solidFill>
                  <a:schemeClr val="tx1"/>
                </a:solidFill>
                <a:effectLst/>
              </a:defRPr>
            </a:lvl1pPr>
          </a:lstStyle>
          <a:p>
            <a:fld id="{C35D9022-AF13-914E-AAF5-06802DCD2AF1}"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3" name="Picture Placeholder 10">
            <a:extLst>
              <a:ext uri="{FF2B5EF4-FFF2-40B4-BE49-F238E27FC236}">
                <a16:creationId xmlns:a16="http://schemas.microsoft.com/office/drawing/2014/main" id="{2CCC32EC-CCE1-D04B-E748-1BE84D20874B}"/>
              </a:ext>
            </a:extLst>
          </p:cNvPr>
          <p:cNvSpPr>
            <a:spLocks noGrp="1"/>
          </p:cNvSpPr>
          <p:nvPr>
            <p:ph type="pic" sz="quarter" idx="14" hasCustomPrompt="1"/>
          </p:nvPr>
        </p:nvSpPr>
        <p:spPr>
          <a:xfrm>
            <a:off x="597134" y="0"/>
            <a:ext cx="6987010"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4" name="Content Placeholder 7">
            <a:extLst>
              <a:ext uri="{FF2B5EF4-FFF2-40B4-BE49-F238E27FC236}">
                <a16:creationId xmlns:a16="http://schemas.microsoft.com/office/drawing/2014/main" id="{8B608AF4-46F5-990E-C133-313D6B22C312}"/>
              </a:ext>
            </a:extLst>
          </p:cNvPr>
          <p:cNvSpPr>
            <a:spLocks noGrp="1"/>
          </p:cNvSpPr>
          <p:nvPr>
            <p:ph sz="quarter" idx="15"/>
          </p:nvPr>
        </p:nvSpPr>
        <p:spPr>
          <a:xfrm>
            <a:off x="8212790" y="2450529"/>
            <a:ext cx="3363513" cy="385464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78B378FF-8198-DC37-BA5B-473DEDD75988}"/>
              </a:ext>
            </a:extLst>
          </p:cNvPr>
          <p:cNvCxnSpPr>
            <a:cxnSpLocks/>
          </p:cNvCxnSpPr>
          <p:nvPr userDrawn="1"/>
        </p:nvCxnSpPr>
        <p:spPr>
          <a:xfrm>
            <a:off x="7584144" y="164150"/>
            <a:ext cx="46078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E54E56D6-14F7-4AF8-BCF3-2B60F1174250}"/>
              </a:ext>
            </a:extLst>
          </p:cNvPr>
          <p:cNvCxnSpPr>
            <a:cxnSpLocks/>
          </p:cNvCxnSpPr>
          <p:nvPr userDrawn="1"/>
        </p:nvCxnSpPr>
        <p:spPr>
          <a:xfrm>
            <a:off x="758829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D24FBA-09F1-E77D-0C3E-A914CBD5F4F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85112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Ref idx="1001">
        <a:schemeClr val="bg1"/>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73E7AA6-3E01-E0FE-40A6-864DFD88873B}"/>
              </a:ext>
            </a:extLst>
          </p:cNvPr>
          <p:cNvSpPr>
            <a:spLocks noGrp="1"/>
          </p:cNvSpPr>
          <p:nvPr>
            <p:ph type="title"/>
          </p:nvPr>
        </p:nvSpPr>
        <p:spPr>
          <a:xfrm>
            <a:off x="615697" y="634999"/>
            <a:ext cx="3363510" cy="1667226"/>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4711" y="2231455"/>
            <a:ext cx="4564377" cy="429768"/>
          </a:xfrm>
        </p:spPr>
        <p:txBody>
          <a:bodyPr/>
          <a:lstStyle>
            <a:lvl1pPr>
              <a:defRPr>
                <a:solidFill>
                  <a:schemeClr val="tx1"/>
                </a:solidFill>
                <a:effectLst/>
              </a:defRPr>
            </a:lvl1p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29760" y="5260879"/>
            <a:ext cx="1494474" cy="429768"/>
          </a:xfrm>
        </p:spPr>
        <p:txBody>
          <a:bodyPr/>
          <a:lstStyle/>
          <a:p>
            <a:fld id="{4D3895DF-CE00-4443-B506-04551A131964}"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593"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4" name="Content Placeholder 7">
            <a:extLst>
              <a:ext uri="{FF2B5EF4-FFF2-40B4-BE49-F238E27FC236}">
                <a16:creationId xmlns:a16="http://schemas.microsoft.com/office/drawing/2014/main" id="{07C31AA0-00A0-8749-8CC5-95B234604803}"/>
              </a:ext>
            </a:extLst>
          </p:cNvPr>
          <p:cNvSpPr>
            <a:spLocks noGrp="1"/>
          </p:cNvSpPr>
          <p:nvPr>
            <p:ph sz="quarter" idx="14"/>
          </p:nvPr>
        </p:nvSpPr>
        <p:spPr>
          <a:xfrm>
            <a:off x="615824" y="2450529"/>
            <a:ext cx="3363513" cy="38148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10">
            <a:extLst>
              <a:ext uri="{FF2B5EF4-FFF2-40B4-BE49-F238E27FC236}">
                <a16:creationId xmlns:a16="http://schemas.microsoft.com/office/drawing/2014/main" id="{ABDC61D1-0D87-5A5A-4C73-5CAFD8889E02}"/>
              </a:ext>
            </a:extLst>
          </p:cNvPr>
          <p:cNvSpPr>
            <a:spLocks noGrp="1"/>
          </p:cNvSpPr>
          <p:nvPr>
            <p:ph type="pic" sz="quarter" idx="15" hasCustomPrompt="1"/>
          </p:nvPr>
        </p:nvSpPr>
        <p:spPr>
          <a:xfrm>
            <a:off x="4607856"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56838F21-75ED-E44B-42EB-FC7FE5E930B5}"/>
              </a:ext>
            </a:extLst>
          </p:cNvPr>
          <p:cNvCxnSpPr>
            <a:cxnSpLocks/>
          </p:cNvCxnSpPr>
          <p:nvPr userDrawn="1"/>
        </p:nvCxnSpPr>
        <p:spPr>
          <a:xfrm>
            <a:off x="431800" y="164150"/>
            <a:ext cx="41628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CF9AEDF6-9814-FD08-73EB-63D58BF776EA}"/>
              </a:ext>
            </a:extLst>
          </p:cNvPr>
          <p:cNvCxnSpPr>
            <a:cxnSpLocks/>
          </p:cNvCxnSpPr>
          <p:nvPr userDrawn="1"/>
        </p:nvCxnSpPr>
        <p:spPr>
          <a:xfrm>
            <a:off x="460189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A8CA044-325A-12D3-37BC-BDCEBBC342C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762123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EDD9488-FAAC-3468-EC84-62DCAA385014}"/>
              </a:ext>
            </a:extLst>
          </p:cNvPr>
          <p:cNvSpPr>
            <a:spLocks noGrp="1"/>
          </p:cNvSpPr>
          <p:nvPr>
            <p:ph type="title"/>
          </p:nvPr>
        </p:nvSpPr>
        <p:spPr>
          <a:xfrm>
            <a:off x="8888061" y="634999"/>
            <a:ext cx="2699254" cy="2214453"/>
          </a:xfrm>
        </p:spPr>
        <p:txBody>
          <a:bodyPr anchor="t"/>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2067301" y="2231454"/>
            <a:ext cx="4564376" cy="429768"/>
          </a:xfrm>
        </p:spPr>
        <p:txBody>
          <a:bodyPr/>
          <a:lstStyle/>
          <a:p>
            <a:r>
              <a:rPr lang="en-US" dirty="0"/>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532352" y="5260879"/>
            <a:ext cx="1494475" cy="429768"/>
          </a:xfrm>
        </p:spPr>
        <p:txBody>
          <a:bodyPr/>
          <a:lstStyle/>
          <a:p>
            <a:fld id="{E242787B-6DCB-1542-A351-2D27DB5C9EB5}" type="datetime1">
              <a:rPr lang="en-US" smtClean="0"/>
              <a:t>3/16/2026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2" y="6492513"/>
            <a:ext cx="429207" cy="365125"/>
          </a:xfrm>
        </p:spPr>
        <p:txBody>
          <a:bodyPr/>
          <a:lstStyle/>
          <a:p>
            <a:fld id="{CC057153-B650-4DEB-B370-79DDCFDCE934}" type="slidenum">
              <a:rPr lang="en-US" smtClean="0"/>
              <a:t>‹#›</a:t>
            </a:fld>
            <a:endParaRPr lang="en-US" dirty="0"/>
          </a:p>
        </p:txBody>
      </p:sp>
      <p:sp>
        <p:nvSpPr>
          <p:cNvPr id="13" name="Picture Placeholder 9">
            <a:extLst>
              <a:ext uri="{FF2B5EF4-FFF2-40B4-BE49-F238E27FC236}">
                <a16:creationId xmlns:a16="http://schemas.microsoft.com/office/drawing/2014/main" id="{9785BB1B-C644-BA77-7DDD-02B6EA405BF6}"/>
              </a:ext>
            </a:extLst>
          </p:cNvPr>
          <p:cNvSpPr>
            <a:spLocks noGrp="1"/>
          </p:cNvSpPr>
          <p:nvPr>
            <p:ph type="pic" sz="quarter" idx="18" hasCustomPrompt="1"/>
          </p:nvPr>
        </p:nvSpPr>
        <p:spPr>
          <a:xfrm>
            <a:off x="604685" y="0"/>
            <a:ext cx="764495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4" name="Content Placeholder 7">
            <a:extLst>
              <a:ext uri="{FF2B5EF4-FFF2-40B4-BE49-F238E27FC236}">
                <a16:creationId xmlns:a16="http://schemas.microsoft.com/office/drawing/2014/main" id="{8E56834F-CC6F-AB0D-0C2D-D32A96F77227}"/>
              </a:ext>
            </a:extLst>
          </p:cNvPr>
          <p:cNvSpPr>
            <a:spLocks noGrp="1"/>
          </p:cNvSpPr>
          <p:nvPr>
            <p:ph sz="quarter" idx="14"/>
          </p:nvPr>
        </p:nvSpPr>
        <p:spPr>
          <a:xfrm>
            <a:off x="8889055" y="3011335"/>
            <a:ext cx="2693346" cy="321166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8F9841FB-35AF-1919-0953-5642770662AC}"/>
              </a:ext>
            </a:extLst>
          </p:cNvPr>
          <p:cNvCxnSpPr>
            <a:cxnSpLocks/>
          </p:cNvCxnSpPr>
          <p:nvPr userDrawn="1"/>
        </p:nvCxnSpPr>
        <p:spPr>
          <a:xfrm>
            <a:off x="8259492" y="164150"/>
            <a:ext cx="39325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58AE5DC-7AFC-CD99-8A67-46A580A7DEFE}"/>
              </a:ext>
            </a:extLst>
          </p:cNvPr>
          <p:cNvCxnSpPr>
            <a:cxnSpLocks/>
          </p:cNvCxnSpPr>
          <p:nvPr userDrawn="1"/>
        </p:nvCxnSpPr>
        <p:spPr>
          <a:xfrm>
            <a:off x="825949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1BA6662-88AA-A191-B6D5-4B6DF99C8B1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894611"/>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0">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60D1278-B5CC-BDBD-8FA3-679C676A536D}"/>
              </a:ext>
            </a:extLst>
          </p:cNvPr>
          <p:cNvSpPr>
            <a:spLocks noGrp="1"/>
          </p:cNvSpPr>
          <p:nvPr>
            <p:ph type="title"/>
          </p:nvPr>
        </p:nvSpPr>
        <p:spPr>
          <a:xfrm>
            <a:off x="615697" y="634999"/>
            <a:ext cx="2699254" cy="2214453"/>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2638" y="2236683"/>
            <a:ext cx="4553921" cy="429768"/>
          </a:xfrm>
        </p:spPr>
        <p:txBody>
          <a:bodyPr/>
          <a:lstStyle>
            <a:lvl1pPr>
              <a:defRPr>
                <a:solidFill>
                  <a:schemeClr val="tx1"/>
                </a:solidFill>
                <a:effectLst/>
              </a:defRPr>
            </a:lvl1p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80"/>
            <a:ext cx="1494476" cy="429768"/>
          </a:xfrm>
        </p:spPr>
        <p:txBody>
          <a:bodyPr/>
          <a:lstStyle/>
          <a:p>
            <a:fld id="{B71CD34A-E620-234C-80E5-E81441778490}"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0"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3" name="Content Placeholder 7">
            <a:extLst>
              <a:ext uri="{FF2B5EF4-FFF2-40B4-BE49-F238E27FC236}">
                <a16:creationId xmlns:a16="http://schemas.microsoft.com/office/drawing/2014/main" id="{4C1D2059-BF06-D57F-DC08-4CF8A0E3616D}"/>
              </a:ext>
            </a:extLst>
          </p:cNvPr>
          <p:cNvSpPr>
            <a:spLocks noGrp="1"/>
          </p:cNvSpPr>
          <p:nvPr>
            <p:ph sz="quarter" idx="14"/>
          </p:nvPr>
        </p:nvSpPr>
        <p:spPr>
          <a:xfrm>
            <a:off x="616691" y="3011335"/>
            <a:ext cx="2693346" cy="321166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9">
            <a:extLst>
              <a:ext uri="{FF2B5EF4-FFF2-40B4-BE49-F238E27FC236}">
                <a16:creationId xmlns:a16="http://schemas.microsoft.com/office/drawing/2014/main" id="{FF55FC92-13DA-DA43-D4EE-90F1CFCD3002}"/>
              </a:ext>
            </a:extLst>
          </p:cNvPr>
          <p:cNvSpPr>
            <a:spLocks noGrp="1"/>
          </p:cNvSpPr>
          <p:nvPr>
            <p:ph type="pic" sz="quarter" idx="15"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9C4DF952-8FA0-48F5-F7EF-53D541404A33}"/>
              </a:ext>
            </a:extLst>
          </p:cNvPr>
          <p:cNvCxnSpPr>
            <a:cxnSpLocks/>
          </p:cNvCxnSpPr>
          <p:nvPr userDrawn="1"/>
        </p:nvCxnSpPr>
        <p:spPr>
          <a:xfrm>
            <a:off x="431800" y="164150"/>
            <a:ext cx="3420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96E75C3-3D50-62F4-97A1-08D85ABC212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D9DCC5-4A76-A29C-BDAD-62E571E6267E}"/>
              </a:ext>
            </a:extLst>
          </p:cNvPr>
          <p:cNvCxnSpPr>
            <a:cxnSpLocks/>
          </p:cNvCxnSpPr>
          <p:nvPr userDrawn="1"/>
        </p:nvCxnSpPr>
        <p:spPr>
          <a:xfrm>
            <a:off x="386152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1069105"/>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C775AC-06F6-654A-B451-BF23AC7E4EB9}"/>
              </a:ext>
            </a:extLst>
          </p:cNvPr>
          <p:cNvSpPr>
            <a:spLocks noGrp="1"/>
          </p:cNvSpPr>
          <p:nvPr>
            <p:ph type="title"/>
          </p:nvPr>
        </p:nvSpPr>
        <p:spPr>
          <a:xfrm>
            <a:off x="612646" y="5012268"/>
            <a:ext cx="4019522" cy="1127275"/>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2" y="2231455"/>
            <a:ext cx="4564377" cy="42976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1" y="5260879"/>
            <a:ext cx="1494474" cy="429768"/>
          </a:xfrm>
        </p:spPr>
        <p:txBody>
          <a:bodyPr/>
          <a:lstStyle>
            <a:lvl1pPr>
              <a:defRPr>
                <a:solidFill>
                  <a:schemeClr val="tx1"/>
                </a:solidFill>
                <a:effectLst/>
              </a:defRPr>
            </a:lvl1pPr>
          </a:lstStyle>
          <a:p>
            <a:fld id="{E18AFC1E-5CDA-EE42-95A5-C2F245BB2156}"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 y="6492513"/>
            <a:ext cx="429207" cy="365125"/>
          </a:xfrm>
        </p:spPr>
        <p:txBody>
          <a:bodyPr/>
          <a:lstStyle/>
          <a:p>
            <a:fld id="{CC057153-B650-4DEB-B370-79DDCFDCE934}" type="slidenum">
              <a:rPr lang="en-US" smtClean="0"/>
              <a:t>‹#›</a:t>
            </a:fld>
            <a:endParaRPr lang="en-US" dirty="0"/>
          </a:p>
        </p:txBody>
      </p:sp>
      <p:sp>
        <p:nvSpPr>
          <p:cNvPr id="12" name="Picture Placeholder 10">
            <a:extLst>
              <a:ext uri="{FF2B5EF4-FFF2-40B4-BE49-F238E27FC236}">
                <a16:creationId xmlns:a16="http://schemas.microsoft.com/office/drawing/2014/main" id="{13020A22-5D19-D344-F727-D4D20AA1FB7F}"/>
              </a:ext>
            </a:extLst>
          </p:cNvPr>
          <p:cNvSpPr>
            <a:spLocks noGrp="1"/>
          </p:cNvSpPr>
          <p:nvPr>
            <p:ph type="pic" sz="quarter" idx="14" hasCustomPrompt="1"/>
          </p:nvPr>
        </p:nvSpPr>
        <p:spPr>
          <a:xfrm>
            <a:off x="598303" y="0"/>
            <a:ext cx="11593695" cy="4635132"/>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FB7ED5EB-305D-576F-1A1C-06E6B2A0F31B}"/>
              </a:ext>
            </a:extLst>
          </p:cNvPr>
          <p:cNvSpPr>
            <a:spLocks noGrp="1"/>
          </p:cNvSpPr>
          <p:nvPr>
            <p:ph sz="quarter" idx="15"/>
          </p:nvPr>
        </p:nvSpPr>
        <p:spPr>
          <a:xfrm>
            <a:off x="5156009" y="5012267"/>
            <a:ext cx="6426391" cy="124157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36A42A28-5C2F-9093-B5D9-C2651F290DF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24376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2">
    <p:bg>
      <p:bgRef idx="1001">
        <a:schemeClr val="bg1"/>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425E99-2E4D-268B-5E93-5F4B4D25A22A}"/>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E626BD0-BD46-934B-ADDF-CF3299725EE4}" type="datetime1">
              <a:rPr lang="en-US" smtClean="0"/>
              <a:t>3/16/2026</a:t>
            </a:fld>
            <a:endParaRPr lang="en-US" dirty="0"/>
          </a:p>
        </p:txBody>
      </p:sp>
      <p:sp>
        <p:nvSpPr>
          <p:cNvPr id="9" name="Picture Placeholder 10">
            <a:extLst>
              <a:ext uri="{FF2B5EF4-FFF2-40B4-BE49-F238E27FC236}">
                <a16:creationId xmlns:a16="http://schemas.microsoft.com/office/drawing/2014/main" id="{9FDEF7EB-1801-E3D3-0EB3-A17D6AD2341A}"/>
              </a:ext>
            </a:extLst>
          </p:cNvPr>
          <p:cNvSpPr>
            <a:spLocks noGrp="1"/>
          </p:cNvSpPr>
          <p:nvPr>
            <p:ph type="pic" sz="quarter" idx="14" hasCustomPrompt="1"/>
          </p:nvPr>
        </p:nvSpPr>
        <p:spPr>
          <a:xfrm>
            <a:off x="612645" y="0"/>
            <a:ext cx="11579353" cy="3443331"/>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81C221A2-8407-5746-E87B-3CEAD025CD3F}"/>
              </a:ext>
            </a:extLst>
          </p:cNvPr>
          <p:cNvSpPr>
            <a:spLocks noGrp="1"/>
          </p:cNvSpPr>
          <p:nvPr>
            <p:ph sz="quarter" idx="15"/>
          </p:nvPr>
        </p:nvSpPr>
        <p:spPr>
          <a:xfrm>
            <a:off x="4122370" y="3880757"/>
            <a:ext cx="7460029" cy="2443843"/>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4" name="Straight Connector 3">
            <a:extLst>
              <a:ext uri="{FF2B5EF4-FFF2-40B4-BE49-F238E27FC236}">
                <a16:creationId xmlns:a16="http://schemas.microsoft.com/office/drawing/2014/main" id="{AE7E7B67-A585-C4C0-BD50-861ED489B13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57672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3">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737DE76-E217-D796-38E2-BE156016BD58}"/>
              </a:ext>
            </a:extLst>
          </p:cNvPr>
          <p:cNvSpPr>
            <a:spLocks noGrp="1"/>
          </p:cNvSpPr>
          <p:nvPr>
            <p:ph type="title"/>
          </p:nvPr>
        </p:nvSpPr>
        <p:spPr>
          <a:xfrm>
            <a:off x="598328" y="634999"/>
            <a:ext cx="3021868" cy="1773540"/>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EC6455-E06F-4448-8EA7-FF67E5DC7A22}"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0" name="Content Placeholder 7">
            <a:extLst>
              <a:ext uri="{FF2B5EF4-FFF2-40B4-BE49-F238E27FC236}">
                <a16:creationId xmlns:a16="http://schemas.microsoft.com/office/drawing/2014/main" id="{38AE8B48-2473-88AA-21D0-3F9273AC0BDE}"/>
              </a:ext>
            </a:extLst>
          </p:cNvPr>
          <p:cNvSpPr>
            <a:spLocks noGrp="1"/>
          </p:cNvSpPr>
          <p:nvPr>
            <p:ph sz="quarter" idx="16"/>
          </p:nvPr>
        </p:nvSpPr>
        <p:spPr>
          <a:xfrm>
            <a:off x="4122370" y="634999"/>
            <a:ext cx="7460029" cy="2330455"/>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3">
            <a:extLst>
              <a:ext uri="{FF2B5EF4-FFF2-40B4-BE49-F238E27FC236}">
                <a16:creationId xmlns:a16="http://schemas.microsoft.com/office/drawing/2014/main" id="{9CF2FA52-EFAF-6671-1458-CF597D619DA6}"/>
              </a:ext>
            </a:extLst>
          </p:cNvPr>
          <p:cNvSpPr>
            <a:spLocks noGrp="1"/>
          </p:cNvSpPr>
          <p:nvPr>
            <p:ph type="pic" sz="quarter" idx="15" hasCustomPrompt="1"/>
          </p:nvPr>
        </p:nvSpPr>
        <p:spPr>
          <a:xfrm>
            <a:off x="597745" y="3636524"/>
            <a:ext cx="11594254"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B4F2A9F8-8F3B-3616-48B8-F8DA72A7134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97018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056BFCD-3259-DDE7-5625-EE56190B8F62}"/>
              </a:ext>
            </a:extLst>
          </p:cNvPr>
          <p:cNvCxnSpPr>
            <a:cxnSpLocks/>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43FCD0E4-9CD1-93F8-08DF-3BFC834A3E76}"/>
              </a:ext>
            </a:extLst>
          </p:cNvPr>
          <p:cNvSpPr>
            <a:spLocks noGrp="1"/>
          </p:cNvSpPr>
          <p:nvPr>
            <p:ph type="title"/>
          </p:nvPr>
        </p:nvSpPr>
        <p:spPr>
          <a:xfrm>
            <a:off x="612647" y="638736"/>
            <a:ext cx="10969753" cy="932688"/>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3146" y="2231455"/>
            <a:ext cx="4564377" cy="42976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8191" y="5260876"/>
            <a:ext cx="1494468" cy="429768"/>
          </a:xfrm>
        </p:spPr>
        <p:txBody>
          <a:bodyPr/>
          <a:lstStyle/>
          <a:p>
            <a:fld id="{24773200-F230-534A-AA8E-3237E1017D06}"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842" y="6492874"/>
            <a:ext cx="429207" cy="365125"/>
          </a:xfrm>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2C378E9B-0BD2-F103-F591-68E71F4480E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A94BBE19-E3B2-673A-37AB-2329CE36DA87}"/>
              </a:ext>
            </a:extLst>
          </p:cNvPr>
          <p:cNvSpPr>
            <a:spLocks noGrp="1"/>
          </p:cNvSpPr>
          <p:nvPr>
            <p:ph sz="quarter" idx="14"/>
          </p:nvPr>
        </p:nvSpPr>
        <p:spPr>
          <a:xfrm>
            <a:off x="612648" y="1713653"/>
            <a:ext cx="4485564" cy="46923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19D386B7-EEFC-D00F-7761-B261459996D2}"/>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Tree>
    <p:extLst>
      <p:ext uri="{BB962C8B-B14F-4D97-AF65-F5344CB8AC3E}">
        <p14:creationId xmlns:p14="http://schemas.microsoft.com/office/powerpoint/2010/main" val="182287401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5">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4F82DAF-8C88-BCF8-3DCD-BA0110CC6BB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AA955E6-9DAE-AA3C-BB38-0AC671A4095A}"/>
              </a:ext>
            </a:extLst>
          </p:cNvPr>
          <p:cNvSpPr>
            <a:spLocks noGrp="1"/>
          </p:cNvSpPr>
          <p:nvPr>
            <p:ph type="title"/>
          </p:nvPr>
        </p:nvSpPr>
        <p:spPr>
          <a:xfrm>
            <a:off x="612647" y="634999"/>
            <a:ext cx="10969753" cy="932688"/>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96C85C2-F25E-3944-B64A-31ACAD72BA40}"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271A0C8E-B9F0-C8A0-7A87-A97B78C1C48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Content Placeholder 7">
            <a:extLst>
              <a:ext uri="{FF2B5EF4-FFF2-40B4-BE49-F238E27FC236}">
                <a16:creationId xmlns:a16="http://schemas.microsoft.com/office/drawing/2014/main" id="{4025B090-9FA9-0FC5-EA6A-9BA0F54A4064}"/>
              </a:ext>
            </a:extLst>
          </p:cNvPr>
          <p:cNvSpPr>
            <a:spLocks noGrp="1"/>
          </p:cNvSpPr>
          <p:nvPr>
            <p:ph sz="quarter" idx="14"/>
          </p:nvPr>
        </p:nvSpPr>
        <p:spPr>
          <a:xfrm>
            <a:off x="612647" y="1912398"/>
            <a:ext cx="4637269" cy="42250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5">
            <a:extLst>
              <a:ext uri="{FF2B5EF4-FFF2-40B4-BE49-F238E27FC236}">
                <a16:creationId xmlns:a16="http://schemas.microsoft.com/office/drawing/2014/main" id="{7DCDC1A0-A2FE-AF32-199F-D7E415F47574}"/>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Tree>
    <p:extLst>
      <p:ext uri="{BB962C8B-B14F-4D97-AF65-F5344CB8AC3E}">
        <p14:creationId xmlns:p14="http://schemas.microsoft.com/office/powerpoint/2010/main" val="2599807933"/>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6">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29A9DDD-8FD5-2897-8DC9-1CEC88541C50}"/>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D3FF54FB-A206-6CBA-CEBE-32EE19C37BC1}"/>
              </a:ext>
            </a:extLst>
          </p:cNvPr>
          <p:cNvSpPr>
            <a:spLocks noGrp="1"/>
          </p:cNvSpPr>
          <p:nvPr>
            <p:ph type="title"/>
          </p:nvPr>
        </p:nvSpPr>
        <p:spPr>
          <a:xfrm>
            <a:off x="612647" y="634999"/>
            <a:ext cx="10969753" cy="932688"/>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F3A96B8-82E0-6B4D-B0A8-9A4BCDF0FD2C}"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02BC9BBD-1994-9D19-11C8-FD27039C633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Picture Placeholder 11">
            <a:extLst>
              <a:ext uri="{FF2B5EF4-FFF2-40B4-BE49-F238E27FC236}">
                <a16:creationId xmlns:a16="http://schemas.microsoft.com/office/drawing/2014/main" id="{FF925AEE-0C06-4F24-B6E3-73484A4008DC}"/>
              </a:ext>
            </a:extLst>
          </p:cNvPr>
          <p:cNvSpPr>
            <a:spLocks noGrp="1"/>
          </p:cNvSpPr>
          <p:nvPr>
            <p:ph type="pic" sz="quarter" idx="13" hasCustomPrompt="1"/>
          </p:nvPr>
        </p:nvSpPr>
        <p:spPr>
          <a:xfrm>
            <a:off x="609601" y="1713653"/>
            <a:ext cx="5860862"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2" name="Content Placeholder 7">
            <a:extLst>
              <a:ext uri="{FF2B5EF4-FFF2-40B4-BE49-F238E27FC236}">
                <a16:creationId xmlns:a16="http://schemas.microsoft.com/office/drawing/2014/main" id="{422BCA1B-3481-37CE-708A-4CA6ACFAF7DA}"/>
              </a:ext>
            </a:extLst>
          </p:cNvPr>
          <p:cNvSpPr>
            <a:spLocks noGrp="1"/>
          </p:cNvSpPr>
          <p:nvPr>
            <p:ph sz="quarter" idx="14"/>
          </p:nvPr>
        </p:nvSpPr>
        <p:spPr>
          <a:xfrm>
            <a:off x="7103255" y="1704847"/>
            <a:ext cx="4479145" cy="46923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89758597"/>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7">
    <p:bg>
      <p:bgRef idx="1001">
        <a:schemeClr val="bg1"/>
      </p:bgRef>
    </p:bg>
    <p:spTree>
      <p:nvGrpSpPr>
        <p:cNvPr id="1" name=""/>
        <p:cNvGrpSpPr/>
        <p:nvPr/>
      </p:nvGrpSpPr>
      <p:grpSpPr>
        <a:xfrm>
          <a:off x="0" y="0"/>
          <a:ext cx="0" cy="0"/>
          <a:chOff x="0" y="0"/>
          <a:chExt cx="0" cy="0"/>
        </a:xfrm>
      </p:grpSpPr>
      <p:sp>
        <p:nvSpPr>
          <p:cNvPr id="10" name="Picture Placeholder 10">
            <a:extLst>
              <a:ext uri="{FF2B5EF4-FFF2-40B4-BE49-F238E27FC236}">
                <a16:creationId xmlns:a16="http://schemas.microsoft.com/office/drawing/2014/main" id="{58A9F406-2B0C-9EC1-691A-81EC3B412DA5}"/>
              </a:ext>
            </a:extLst>
          </p:cNvPr>
          <p:cNvSpPr>
            <a:spLocks noGrp="1"/>
          </p:cNvSpPr>
          <p:nvPr>
            <p:ph type="pic" sz="quarter" idx="13" hasCustomPrompt="1"/>
          </p:nvPr>
        </p:nvSpPr>
        <p:spPr>
          <a:xfrm>
            <a:off x="609600" y="2173849"/>
            <a:ext cx="4675632" cy="4049141"/>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5454396" y="164150"/>
            <a:ext cx="67376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DE88D5F-773F-4748-992A-5C3C29E76AD7}"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8B50728-3383-EC9A-417E-37D92F1A79C5}"/>
              </a:ext>
            </a:extLst>
          </p:cNvPr>
          <p:cNvSpPr>
            <a:spLocks noGrp="1"/>
          </p:cNvSpPr>
          <p:nvPr>
            <p:ph type="title"/>
          </p:nvPr>
        </p:nvSpPr>
        <p:spPr>
          <a:xfrm>
            <a:off x="612647" y="634999"/>
            <a:ext cx="4672584" cy="1269482"/>
          </a:xfrm>
        </p:spPr>
        <p:txBody>
          <a:bodyPr anchor="t">
            <a:noAutofit/>
          </a:bodyPr>
          <a:lstStyle>
            <a:lvl1pPr>
              <a:defRPr sz="3600"/>
            </a:lvl1pPr>
          </a:lstStyle>
          <a:p>
            <a:r>
              <a:rPr lang="en-US"/>
              <a:t>Click to edit Master title style</a:t>
            </a:r>
            <a:endParaRPr lang="en-US" dirty="0"/>
          </a:p>
        </p:txBody>
      </p:sp>
      <p:sp>
        <p:nvSpPr>
          <p:cNvPr id="12" name="Content Placeholder 7">
            <a:extLst>
              <a:ext uri="{FF2B5EF4-FFF2-40B4-BE49-F238E27FC236}">
                <a16:creationId xmlns:a16="http://schemas.microsoft.com/office/drawing/2014/main" id="{A934C409-3B5B-B521-A990-18EF2CF0BCFC}"/>
              </a:ext>
            </a:extLst>
          </p:cNvPr>
          <p:cNvSpPr>
            <a:spLocks noGrp="1"/>
          </p:cNvSpPr>
          <p:nvPr>
            <p:ph sz="quarter" idx="14"/>
          </p:nvPr>
        </p:nvSpPr>
        <p:spPr>
          <a:xfrm>
            <a:off x="5905562" y="634999"/>
            <a:ext cx="5676838" cy="558799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 name="Straight Connector 1">
            <a:extLst>
              <a:ext uri="{FF2B5EF4-FFF2-40B4-BE49-F238E27FC236}">
                <a16:creationId xmlns:a16="http://schemas.microsoft.com/office/drawing/2014/main" id="{CFBAC7DD-4013-C579-09D4-3564365AACA7}"/>
              </a:ext>
            </a:extLst>
          </p:cNvPr>
          <p:cNvCxnSpPr>
            <a:cxnSpLocks/>
          </p:cNvCxnSpPr>
          <p:nvPr userDrawn="1"/>
        </p:nvCxnSpPr>
        <p:spPr>
          <a:xfrm>
            <a:off x="5454396"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043538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8">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4501602" y="164150"/>
            <a:ext cx="76903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A3D1319-A3E8-35B5-18BF-A7DAE36BE7FC}"/>
              </a:ext>
            </a:extLst>
          </p:cNvPr>
          <p:cNvSpPr>
            <a:spLocks noGrp="1"/>
          </p:cNvSpPr>
          <p:nvPr>
            <p:ph type="title"/>
          </p:nvPr>
        </p:nvSpPr>
        <p:spPr>
          <a:xfrm>
            <a:off x="612647" y="634999"/>
            <a:ext cx="3696859" cy="1316347"/>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D982C3F-36DC-0440-A19E-AA83413F223D}"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Picture Placeholder 10">
            <a:extLst>
              <a:ext uri="{FF2B5EF4-FFF2-40B4-BE49-F238E27FC236}">
                <a16:creationId xmlns:a16="http://schemas.microsoft.com/office/drawing/2014/main" id="{402FC37C-195C-E78C-A1E2-030CF77CBA2A}"/>
              </a:ext>
            </a:extLst>
          </p:cNvPr>
          <p:cNvSpPr>
            <a:spLocks noGrp="1"/>
          </p:cNvSpPr>
          <p:nvPr>
            <p:ph type="pic" sz="quarter" idx="13" hasCustomPrompt="1"/>
          </p:nvPr>
        </p:nvSpPr>
        <p:spPr>
          <a:xfrm>
            <a:off x="612646" y="2295145"/>
            <a:ext cx="3696856" cy="3927488"/>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2959E347-BAB4-7F1F-65EB-C586FE97DE1E}"/>
              </a:ext>
            </a:extLst>
          </p:cNvPr>
          <p:cNvSpPr>
            <a:spLocks noGrp="1"/>
          </p:cNvSpPr>
          <p:nvPr>
            <p:ph sz="quarter" idx="14"/>
          </p:nvPr>
        </p:nvSpPr>
        <p:spPr>
          <a:xfrm>
            <a:off x="4933150" y="647724"/>
            <a:ext cx="6644488" cy="5562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0C63D850-B761-4DEA-5C9B-DE6AC0E856D9}"/>
              </a:ext>
            </a:extLst>
          </p:cNvPr>
          <p:cNvCxnSpPr>
            <a:cxnSpLocks/>
          </p:cNvCxnSpPr>
          <p:nvPr userDrawn="1"/>
        </p:nvCxnSpPr>
        <p:spPr>
          <a:xfrm>
            <a:off x="45016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7067572"/>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208" y="634999"/>
            <a:ext cx="6159851" cy="5844227"/>
          </a:xfrm>
        </p:spPr>
        <p:txBody>
          <a:bodyPr anchor="b">
            <a:normAutofit/>
          </a:bodyPr>
          <a:lstStyle>
            <a:lvl1pPr>
              <a:defRPr sz="6000" b="0" i="0">
                <a:latin typeface="+mj-lt"/>
                <a:ea typeface="Dotum" panose="020B0600000101010101" pitchFamily="34" charset="-127"/>
                <a:cs typeface="Noto Sans Kannada Thin" panose="020B0202040504020204" pitchFamily="34" charset="0"/>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65403" y="-1"/>
            <a:ext cx="5131677" cy="6222999"/>
          </a:xfrm>
          <a:prstGeom prst="rect">
            <a:avLst/>
          </a:prstGeom>
          <a:blipFill dpi="0" rotWithShape="1">
            <a:blip r:embed="rId2">
              <a:alphaModFix amt="60000"/>
            </a:blip>
            <a:srcRect/>
            <a:stretch>
              <a:fillRect l="-686" t="2" b="-4120"/>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28FA8915-517E-32B2-6836-7A69DEF7C849}"/>
              </a:ext>
            </a:extLst>
          </p:cNvPr>
          <p:cNvCxnSpPr>
            <a:cxnSpLocks/>
          </p:cNvCxnSpPr>
          <p:nvPr userDrawn="1"/>
        </p:nvCxnSpPr>
        <p:spPr>
          <a:xfrm>
            <a:off x="706032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F76B2467-9468-3DE8-CA1C-7B68F7ED9A67}"/>
              </a:ext>
            </a:extLst>
          </p:cNvPr>
          <p:cNvCxnSpPr>
            <a:cxnSpLocks/>
          </p:cNvCxnSpPr>
          <p:nvPr userDrawn="1"/>
        </p:nvCxnSpPr>
        <p:spPr>
          <a:xfrm>
            <a:off x="0" y="164150"/>
            <a:ext cx="70603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77414" y="6375748"/>
            <a:ext cx="4847572" cy="363255"/>
          </a:xfrm>
          <a:prstGeom prst="rect">
            <a:avLst/>
          </a:prstGeom>
        </p:spPr>
        <p:txBody>
          <a:bodyPr anchor="ctr">
            <a:normAutofit/>
          </a:bodyPr>
          <a:lstStyle>
            <a:lvl1pPr marL="0" indent="0">
              <a:buNone/>
              <a:defRPr sz="1400" b="0" i="0">
                <a:latin typeface="+mj-lt"/>
              </a:defRPr>
            </a:lvl1pPr>
            <a:lvl2pPr>
              <a:defRPr sz="1600" b="0" i="0">
                <a:latin typeface="Univers Light" panose="020B0403020202020204" pitchFamily="34" charset="0"/>
              </a:defRPr>
            </a:lvl2pPr>
            <a:lvl3pPr>
              <a:defRPr sz="1600" b="0" i="0">
                <a:latin typeface="Univers Light" panose="020B0403020202020204" pitchFamily="34" charset="0"/>
              </a:defRPr>
            </a:lvl3pPr>
            <a:lvl4pPr>
              <a:defRPr sz="1600" b="0" i="0">
                <a:latin typeface="Univers Light" panose="020B0403020202020204" pitchFamily="34" charset="0"/>
              </a:defRPr>
            </a:lvl4pPr>
            <a:lvl5pPr>
              <a:defRPr sz="1600" b="0" i="0">
                <a:latin typeface="Univers Light" panose="020B04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42722991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lumMod val="90000"/>
          </a:schemeClr>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113C676-72E3-B810-A6B9-DCE36B8778A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5C83582-5E0E-E3D3-3C94-4ACFD9A1C718}"/>
              </a:ext>
            </a:extLst>
          </p:cNvPr>
          <p:cNvSpPr>
            <a:spLocks noGrp="1"/>
          </p:cNvSpPr>
          <p:nvPr>
            <p:ph type="title"/>
          </p:nvPr>
        </p:nvSpPr>
        <p:spPr>
          <a:xfrm>
            <a:off x="634030" y="5109709"/>
            <a:ext cx="10369296" cy="1207008"/>
          </a:xfrm>
        </p:spPr>
        <p:txBody>
          <a:bodyPr>
            <a:normAutofit/>
          </a:bodyPr>
          <a:lstStyle>
            <a:lvl1pPr>
              <a:defRPr sz="2400"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F18D256-8D94-AD48-AC70-FA7FB4656784}" type="datetime1">
              <a:rPr lang="en-US" smtClean="0"/>
              <a:t>3/16/2026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B088E26B-9247-68F3-E9B8-157E22E9714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EADDD523-89BD-4FD5-9443-E7DD58338829}"/>
              </a:ext>
            </a:extLst>
          </p:cNvPr>
          <p:cNvSpPr>
            <a:spLocks noGrp="1"/>
          </p:cNvSpPr>
          <p:nvPr>
            <p:ph sz="quarter" idx="14" hasCustomPrompt="1"/>
          </p:nvPr>
        </p:nvSpPr>
        <p:spPr>
          <a:xfrm>
            <a:off x="634030" y="1374953"/>
            <a:ext cx="11128248" cy="3447288"/>
          </a:xfrm>
        </p:spPr>
        <p:txBody>
          <a:bodyPr>
            <a:noAutofit/>
          </a:bodyPr>
          <a:lstStyle>
            <a:lvl1pPr marL="0" indent="0">
              <a:lnSpc>
                <a:spcPct val="90000"/>
              </a:lnSpc>
              <a:buNone/>
              <a:defRPr sz="30000"/>
            </a:lvl1pPr>
          </a:lstStyle>
          <a:p>
            <a:pPr lvl="0"/>
            <a:r>
              <a:rPr lang="en-US" dirty="0"/>
              <a:t>##%</a:t>
            </a:r>
          </a:p>
        </p:txBody>
      </p:sp>
    </p:spTree>
    <p:extLst>
      <p:ext uri="{BB962C8B-B14F-4D97-AF65-F5344CB8AC3E}">
        <p14:creationId xmlns:p14="http://schemas.microsoft.com/office/powerpoint/2010/main" val="11423298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AF240C4-9480-994E-0BD5-BF7BE95F9F7B}"/>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4A34DBE-5B8B-D933-E010-32D592317E81}"/>
              </a:ext>
            </a:extLst>
          </p:cNvPr>
          <p:cNvSpPr>
            <a:spLocks noGrp="1"/>
          </p:cNvSpPr>
          <p:nvPr>
            <p:ph type="title"/>
          </p:nvPr>
        </p:nvSpPr>
        <p:spPr>
          <a:xfrm>
            <a:off x="634030" y="5380383"/>
            <a:ext cx="6773934" cy="936333"/>
          </a:xfrm>
        </p:spPr>
        <p:txBody>
          <a:bodyPr anchor="b">
            <a:normAutofit/>
          </a:bodyPr>
          <a:lstStyle>
            <a:lvl1pPr>
              <a:defRPr sz="2400"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BC99D08-11FA-9A4F-8AE4-C4979B640AA7}" type="datetime1">
              <a:rPr lang="en-US" smtClean="0"/>
              <a:t>3/16/2026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6" name="Straight Connector 5">
            <a:extLst>
              <a:ext uri="{FF2B5EF4-FFF2-40B4-BE49-F238E27FC236}">
                <a16:creationId xmlns:a16="http://schemas.microsoft.com/office/drawing/2014/main" id="{63547AA0-CA68-609A-06D4-5F771838B5D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A2C14DB2-31D1-2A77-5862-79EC80A884B1}"/>
              </a:ext>
            </a:extLst>
          </p:cNvPr>
          <p:cNvSpPr>
            <a:spLocks noGrp="1"/>
          </p:cNvSpPr>
          <p:nvPr>
            <p:ph sz="quarter" idx="14" hasCustomPrompt="1"/>
          </p:nvPr>
        </p:nvSpPr>
        <p:spPr>
          <a:xfrm>
            <a:off x="634030" y="1374952"/>
            <a:ext cx="10367347" cy="3833147"/>
          </a:xfrm>
        </p:spPr>
        <p:txBody>
          <a:bodyPr>
            <a:noAutofit/>
          </a:bodyPr>
          <a:lstStyle>
            <a:lvl1pPr marL="0" indent="0">
              <a:lnSpc>
                <a:spcPct val="90000"/>
              </a:lnSpc>
              <a:buNone/>
              <a:defRPr sz="30000"/>
            </a:lvl1pPr>
          </a:lstStyle>
          <a:p>
            <a:pPr lvl="0"/>
            <a:r>
              <a:rPr lang="en-US" dirty="0"/>
              <a:t>##%</a:t>
            </a:r>
          </a:p>
        </p:txBody>
      </p:sp>
    </p:spTree>
    <p:extLst>
      <p:ext uri="{BB962C8B-B14F-4D97-AF65-F5344CB8AC3E}">
        <p14:creationId xmlns:p14="http://schemas.microsoft.com/office/powerpoint/2010/main" val="37957481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B8C624E-4F6C-E890-10DF-FE279DA2597D}"/>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60774BD-35B4-BDFD-98B2-123D58FC6550}"/>
              </a:ext>
            </a:extLst>
          </p:cNvPr>
          <p:cNvSpPr>
            <a:spLocks noGrp="1"/>
          </p:cNvSpPr>
          <p:nvPr>
            <p:ph type="title"/>
          </p:nvPr>
        </p:nvSpPr>
        <p:spPr>
          <a:xfrm>
            <a:off x="634030" y="5109709"/>
            <a:ext cx="10367340" cy="1207008"/>
          </a:xfrm>
        </p:spPr>
        <p:txBody>
          <a:bodyPr>
            <a:normAutofit/>
          </a:bodyPr>
          <a:lstStyle>
            <a:lvl1pPr>
              <a:defRPr sz="24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A8AE8B27-11F7-194F-8BAB-D7C03BEEA90A}" type="datetime1">
              <a:rPr lang="en-US" smtClean="0"/>
              <a:t>3/16/2026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5FD9BA66-49B9-422C-E28F-BA9E9DB6469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11">
            <a:extLst>
              <a:ext uri="{FF2B5EF4-FFF2-40B4-BE49-F238E27FC236}">
                <a16:creationId xmlns:a16="http://schemas.microsoft.com/office/drawing/2014/main" id="{856E9D3E-CEAC-9B88-5B32-F19B49057302}"/>
              </a:ext>
            </a:extLst>
          </p:cNvPr>
          <p:cNvSpPr>
            <a:spLocks noGrp="1"/>
          </p:cNvSpPr>
          <p:nvPr>
            <p:ph sz="quarter" idx="14" hasCustomPrompt="1"/>
          </p:nvPr>
        </p:nvSpPr>
        <p:spPr>
          <a:xfrm>
            <a:off x="634030" y="1340489"/>
            <a:ext cx="10369296" cy="3392424"/>
          </a:xfrm>
        </p:spPr>
        <p:txBody>
          <a:bodyPr>
            <a:noAutofit/>
          </a:bodyPr>
          <a:lstStyle>
            <a:lvl1pPr marL="0" indent="0">
              <a:lnSpc>
                <a:spcPct val="90000"/>
              </a:lnSpc>
              <a:buNone/>
              <a:defRPr sz="30000"/>
            </a:lvl1pPr>
          </a:lstStyle>
          <a:p>
            <a:pPr lvl="0"/>
            <a:r>
              <a:rPr lang="en-US" dirty="0"/>
              <a:t>##%</a:t>
            </a:r>
          </a:p>
        </p:txBody>
      </p:sp>
    </p:spTree>
    <p:extLst>
      <p:ext uri="{BB962C8B-B14F-4D97-AF65-F5344CB8AC3E}">
        <p14:creationId xmlns:p14="http://schemas.microsoft.com/office/powerpoint/2010/main" val="366715682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bg2"/>
        </a:solidFill>
        <a:effectLst/>
      </p:bgPr>
    </p:bg>
    <p:spTree>
      <p:nvGrpSpPr>
        <p:cNvPr id="1" name=""/>
        <p:cNvGrpSpPr/>
        <p:nvPr/>
      </p:nvGrpSpPr>
      <p:grpSpPr>
        <a:xfrm>
          <a:off x="0" y="0"/>
          <a:ext cx="0" cy="0"/>
          <a:chOff x="0" y="0"/>
          <a:chExt cx="0" cy="0"/>
        </a:xfrm>
      </p:grpSpPr>
      <p:cxnSp>
        <p:nvCxnSpPr>
          <p:cNvPr id="51" name="Straight Connector 50">
            <a:extLst>
              <a:ext uri="{FF2B5EF4-FFF2-40B4-BE49-F238E27FC236}">
                <a16:creationId xmlns:a16="http://schemas.microsoft.com/office/drawing/2014/main" id="{0D627006-2F17-8195-85F1-6A04C935CD0A}"/>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09600" y="-1186864"/>
            <a:ext cx="10652760" cy="1050725"/>
          </a:xfrm>
        </p:spPr>
        <p:txBody>
          <a:bodyPr/>
          <a:lstStyle>
            <a:lvl1pPr>
              <a:defRPr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9D6C909-3D7F-834E-BB68-316E18E888F7}" type="datetime1">
              <a:rPr lang="en-US" smtClean="0"/>
              <a:t>3/16/2026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C6DC5F9A-93BE-3155-B9FF-4F2B904E7ED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EB9CB9C1-FB48-2C3D-F797-DF062B37A94B}"/>
              </a:ext>
            </a:extLst>
          </p:cNvPr>
          <p:cNvSpPr>
            <a:spLocks noGrp="1"/>
          </p:cNvSpPr>
          <p:nvPr>
            <p:ph sz="quarter" idx="13" hasCustomPrompt="1"/>
          </p:nvPr>
        </p:nvSpPr>
        <p:spPr>
          <a:xfrm>
            <a:off x="609600" y="634999"/>
            <a:ext cx="10972800" cy="5669280"/>
          </a:xfrm>
          <a:prstGeom prst="rect">
            <a:avLst/>
          </a:prstGeom>
        </p:spPr>
        <p:txBody>
          <a:bodyPr anchor="t">
            <a:normAutofit/>
          </a:bodyPr>
          <a:lstStyle>
            <a:lvl1pPr marL="0" indent="0">
              <a:lnSpc>
                <a:spcPct val="90000"/>
              </a:lnSpc>
              <a:buNone/>
              <a:defRPr sz="6000" b="0" cap="all" baseline="0"/>
            </a:lvl1pPr>
            <a:lvl2pPr marL="228600" indent="0">
              <a:lnSpc>
                <a:spcPct val="90000"/>
              </a:lnSpc>
              <a:buNone/>
              <a:defRPr sz="6000" b="0" cap="all" baseline="0"/>
            </a:lvl2pPr>
            <a:lvl3pPr marL="457200" indent="0">
              <a:lnSpc>
                <a:spcPct val="90000"/>
              </a:lnSpc>
              <a:buNone/>
              <a:defRPr sz="6000" b="0" cap="all" baseline="0"/>
            </a:lvl3pPr>
            <a:lvl4pPr marL="685800" indent="0">
              <a:lnSpc>
                <a:spcPct val="90000"/>
              </a:lnSpc>
              <a:buNone/>
              <a:defRPr sz="6000" b="0" cap="all" baseline="0"/>
            </a:lvl4pPr>
            <a:lvl5pPr marL="914400" indent="0">
              <a:lnSpc>
                <a:spcPct val="90000"/>
              </a:lnSpc>
              <a:buNone/>
              <a:defRPr sz="6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34600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2">
            <a:lumMod val="90000"/>
          </a:schemeClr>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A6BAF69-D870-EE43-874B-AC932294DF22}" type="datetime1">
              <a:rPr lang="en-US" smtClean="0"/>
              <a:t>3/16/2026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5"/>
            <a:ext cx="10972800" cy="5553985"/>
          </a:xfrm>
          <a:prstGeom prst="rect">
            <a:avLst/>
          </a:prstGeom>
        </p:spPr>
        <p:txBody>
          <a:bodyPr anchor="b">
            <a:normAutofit/>
          </a:bodyPr>
          <a:lstStyle>
            <a:lvl1pPr marL="0" indent="0">
              <a:lnSpc>
                <a:spcPct val="90000"/>
              </a:lnSpc>
              <a:buNone/>
              <a:defRPr sz="6000" b="0" cap="all" baseline="0"/>
            </a:lvl1pPr>
            <a:lvl2pPr marL="228600" indent="0">
              <a:lnSpc>
                <a:spcPct val="90000"/>
              </a:lnSpc>
              <a:buNone/>
              <a:defRPr sz="6000" b="0" cap="all" baseline="0"/>
            </a:lvl2pPr>
            <a:lvl3pPr marL="457200" indent="0">
              <a:lnSpc>
                <a:spcPct val="90000"/>
              </a:lnSpc>
              <a:buNone/>
              <a:defRPr sz="6000" b="0" cap="all" baseline="0"/>
            </a:lvl3pPr>
            <a:lvl4pPr marL="685800" indent="0">
              <a:lnSpc>
                <a:spcPct val="90000"/>
              </a:lnSpc>
              <a:buNone/>
              <a:defRPr sz="6000" b="0" cap="all" baseline="0"/>
            </a:lvl4pPr>
            <a:lvl5pPr marL="914400" indent="0">
              <a:lnSpc>
                <a:spcPct val="90000"/>
              </a:lnSpc>
              <a:buNone/>
              <a:defRPr sz="6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67650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4">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F7E9A70-5D05-F64F-A304-DFD75CCDEE2E}" type="datetime1">
              <a:rPr lang="en-US" smtClean="0"/>
              <a:t>3/16/2026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7"/>
            <a:ext cx="10972800" cy="5553985"/>
          </a:xfrm>
          <a:prstGeom prst="rect">
            <a:avLst/>
          </a:prstGeom>
        </p:spPr>
        <p:txBody>
          <a:bodyPr anchor="b">
            <a:normAutofit/>
          </a:bodyPr>
          <a:lstStyle>
            <a:lvl1pPr marL="0" indent="0">
              <a:lnSpc>
                <a:spcPct val="90000"/>
              </a:lnSpc>
              <a:buNone/>
              <a:defRPr sz="6000" b="0" cap="all" baseline="0">
                <a:solidFill>
                  <a:schemeClr val="accent1">
                    <a:lumMod val="25000"/>
                  </a:schemeClr>
                </a:solidFill>
              </a:defRPr>
            </a:lvl1pPr>
            <a:lvl2pPr marL="228600" indent="0">
              <a:lnSpc>
                <a:spcPct val="90000"/>
              </a:lnSpc>
              <a:buNone/>
              <a:defRPr sz="6000" b="0" cap="all" baseline="0">
                <a:solidFill>
                  <a:schemeClr val="accent1">
                    <a:lumMod val="25000"/>
                  </a:schemeClr>
                </a:solidFill>
              </a:defRPr>
            </a:lvl2pPr>
            <a:lvl3pPr marL="457200" indent="0">
              <a:lnSpc>
                <a:spcPct val="90000"/>
              </a:lnSpc>
              <a:buNone/>
              <a:defRPr sz="6000" b="0" cap="all" baseline="0">
                <a:solidFill>
                  <a:schemeClr val="accent1">
                    <a:lumMod val="25000"/>
                  </a:schemeClr>
                </a:solidFill>
              </a:defRPr>
            </a:lvl3pPr>
            <a:lvl4pPr marL="685800" indent="0">
              <a:lnSpc>
                <a:spcPct val="90000"/>
              </a:lnSpc>
              <a:buNone/>
              <a:defRPr sz="6000" b="0" cap="all" baseline="0">
                <a:solidFill>
                  <a:schemeClr val="accent1">
                    <a:lumMod val="25000"/>
                  </a:schemeClr>
                </a:solidFill>
              </a:defRPr>
            </a:lvl4pPr>
            <a:lvl5pPr marL="914400" indent="0">
              <a:lnSpc>
                <a:spcPct val="90000"/>
              </a:lnSpc>
              <a:buNone/>
              <a:defRPr sz="6000" b="0" cap="all" baseline="0">
                <a:solidFill>
                  <a:schemeClr val="accent1">
                    <a:lumMod val="25000"/>
                  </a:schemeClr>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132494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5">
    <p:bg>
      <p:bgPr>
        <a:solidFill>
          <a:schemeClr val="tx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D151979D-E75F-A743-8C5B-88CDEDEC73D6}" type="datetime1">
              <a:rPr lang="en-US" smtClean="0"/>
              <a:t>3/16/2026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69011"/>
            <a:ext cx="10972800" cy="5553985"/>
          </a:xfrm>
          <a:prstGeom prst="rect">
            <a:avLst/>
          </a:prstGeom>
        </p:spPr>
        <p:txBody>
          <a:bodyPr anchor="b">
            <a:normAutofit/>
          </a:bodyPr>
          <a:lstStyle>
            <a:lvl1pPr marL="0" indent="0">
              <a:lnSpc>
                <a:spcPct val="90000"/>
              </a:lnSpc>
              <a:buNone/>
              <a:defRPr sz="6000" b="1" cap="all" baseline="0">
                <a:solidFill>
                  <a:schemeClr val="bg1"/>
                </a:solidFill>
              </a:defRPr>
            </a:lvl1pPr>
            <a:lvl2pPr marL="228600" indent="0">
              <a:lnSpc>
                <a:spcPct val="90000"/>
              </a:lnSpc>
              <a:buNone/>
              <a:defRPr sz="6000" b="1" cap="all" baseline="0">
                <a:solidFill>
                  <a:schemeClr val="bg1"/>
                </a:solidFill>
              </a:defRPr>
            </a:lvl2pPr>
            <a:lvl3pPr marL="457200" indent="0">
              <a:lnSpc>
                <a:spcPct val="90000"/>
              </a:lnSpc>
              <a:buNone/>
              <a:defRPr sz="6000" b="1" cap="all" baseline="0">
                <a:solidFill>
                  <a:schemeClr val="bg1"/>
                </a:solidFill>
              </a:defRPr>
            </a:lvl3pPr>
            <a:lvl4pPr marL="685800" indent="0">
              <a:lnSpc>
                <a:spcPct val="90000"/>
              </a:lnSpc>
              <a:buNone/>
              <a:defRPr sz="6000" b="1" cap="all" baseline="0">
                <a:solidFill>
                  <a:schemeClr val="bg1"/>
                </a:solidFill>
              </a:defRPr>
            </a:lvl4pPr>
            <a:lvl5pPr marL="914400" indent="0">
              <a:lnSpc>
                <a:spcPct val="90000"/>
              </a:lnSpc>
              <a:buNone/>
              <a:defRPr sz="6000" b="1" cap="all" baseline="0">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10641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C518A1F-ACCA-80D1-B725-434280AEC75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3A49BD5-2A20-6D4F-BDE5-9C60FF133D72}"/>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tx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BC72B243-4245-AC4F-8428-841FDABED002}" type="datetime1">
              <a:rPr lang="en-US" smtClean="0"/>
              <a:t>3/16/2026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6" name="Straight Connector 5">
            <a:extLst>
              <a:ext uri="{FF2B5EF4-FFF2-40B4-BE49-F238E27FC236}">
                <a16:creationId xmlns:a16="http://schemas.microsoft.com/office/drawing/2014/main" id="{1EDBAF72-4C6A-14D9-5801-64F0FA350F7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6CA0554C-4FF8-F224-177F-D44E2EA0BFBB}"/>
              </a:ext>
            </a:extLst>
          </p:cNvPr>
          <p:cNvSpPr>
            <a:spLocks noGrp="1"/>
          </p:cNvSpPr>
          <p:nvPr>
            <p:ph sz="quarter" idx="13" hasCustomPrompt="1"/>
          </p:nvPr>
        </p:nvSpPr>
        <p:spPr>
          <a:xfrm>
            <a:off x="628953" y="1373807"/>
            <a:ext cx="10069527" cy="4060635"/>
          </a:xfrm>
          <a:prstGeom prst="rect">
            <a:avLst/>
          </a:prstGeom>
        </p:spPr>
        <p:txBody>
          <a:bodyPr anchor="t">
            <a:normAutofit/>
          </a:bodyPr>
          <a:lstStyle>
            <a:lvl1pPr marL="164592" indent="-164592">
              <a:lnSpc>
                <a:spcPct val="100000"/>
              </a:lnSpc>
              <a:spcBef>
                <a:spcPts val="0"/>
              </a:spcBef>
              <a:buNone/>
              <a:defRPr sz="3600" cap="all" baseline="0">
                <a:latin typeface="+mj-lt"/>
              </a:defRPr>
            </a:lvl1pPr>
          </a:lstStyle>
          <a:p>
            <a:pPr lvl="0"/>
            <a:r>
              <a:rPr lang="en-US" dirty="0"/>
              <a:t>CLICK TO ADD QUOTE</a:t>
            </a:r>
          </a:p>
        </p:txBody>
      </p:sp>
    </p:spTree>
    <p:extLst>
      <p:ext uri="{BB962C8B-B14F-4D97-AF65-F5344CB8AC3E}">
        <p14:creationId xmlns:p14="http://schemas.microsoft.com/office/powerpoint/2010/main" val="8919051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FD47CB2-2DC0-2D1C-3E20-3B23C0394451}"/>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34940376-AFED-3D68-777A-172B7001E87B}"/>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01A4D632-3FB7-744B-8469-F41F493E43AE}" type="datetime1">
              <a:rPr lang="en-US" smtClean="0"/>
              <a:t>3/16/2026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315DE24C-5070-BB46-4081-8ED244198E0F}"/>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EE5118C8-ABCC-8F3E-B739-002235EBAB7C}"/>
              </a:ext>
            </a:extLst>
          </p:cNvPr>
          <p:cNvSpPr>
            <a:spLocks noGrp="1"/>
          </p:cNvSpPr>
          <p:nvPr>
            <p:ph sz="quarter" idx="13" hasCustomPrompt="1"/>
          </p:nvPr>
        </p:nvSpPr>
        <p:spPr>
          <a:xfrm>
            <a:off x="628953" y="667890"/>
            <a:ext cx="10069527" cy="4060635"/>
          </a:xfrm>
          <a:prstGeom prst="rect">
            <a:avLst/>
          </a:prstGeom>
        </p:spPr>
        <p:txBody>
          <a:bodyPr anchor="t">
            <a:normAutofit/>
          </a:bodyPr>
          <a:lstStyle>
            <a:lvl1pPr marL="164592" indent="-164592">
              <a:lnSpc>
                <a:spcPct val="100000"/>
              </a:lnSpc>
              <a:spcBef>
                <a:spcPts val="0"/>
              </a:spcBef>
              <a:buNone/>
              <a:defRPr sz="3600" cap="all" baseline="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327951617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tx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0708A38-78BC-D3CE-5C55-65C094C8935A}"/>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05FFFF2-E35B-B16D-3D98-6A7B571A2044}"/>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BE62FDEF-F6CD-6E40-89C3-8A8BB711875E}" type="datetime1">
              <a:rPr lang="en-US" smtClean="0"/>
              <a:t>3/16/2026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B1108F76-E7E3-1812-8331-DCE59FFE0DFB}"/>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2D1EB142-2C95-07B2-16A2-D3B362900569}"/>
              </a:ext>
            </a:extLst>
          </p:cNvPr>
          <p:cNvSpPr>
            <a:spLocks noGrp="1"/>
          </p:cNvSpPr>
          <p:nvPr>
            <p:ph sz="quarter" idx="13" hasCustomPrompt="1"/>
          </p:nvPr>
        </p:nvSpPr>
        <p:spPr>
          <a:xfrm>
            <a:off x="628953" y="634635"/>
            <a:ext cx="10069527" cy="4799807"/>
          </a:xfrm>
          <a:prstGeom prst="rect">
            <a:avLst/>
          </a:prstGeom>
        </p:spPr>
        <p:txBody>
          <a:bodyPr anchor="b">
            <a:normAutofit/>
          </a:bodyPr>
          <a:lstStyle>
            <a:lvl1pPr marL="164592" indent="-164592">
              <a:lnSpc>
                <a:spcPct val="100000"/>
              </a:lnSpc>
              <a:spcBef>
                <a:spcPts val="0"/>
              </a:spcBef>
              <a:buNone/>
              <a:defRPr sz="3600" cap="all" baseline="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21931454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33CF370-3CA5-B9C3-AA2C-1D52A27AD18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0"/>
            <a:ext cx="10923934" cy="1127756"/>
          </a:xfrm>
        </p:spPr>
        <p:txBody>
          <a:body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0DA0E66B-621F-DCB6-E24E-748318E12F2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70CAE2F0-3041-7269-FCA3-14BE4B94ECBB}"/>
              </a:ext>
            </a:extLst>
          </p:cNvPr>
          <p:cNvSpPr>
            <a:spLocks noGrp="1"/>
          </p:cNvSpPr>
          <p:nvPr>
            <p:ph sz="quarter" idx="15"/>
          </p:nvPr>
        </p:nvSpPr>
        <p:spPr>
          <a:xfrm>
            <a:off x="634030" y="2129474"/>
            <a:ext cx="5267332" cy="4094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9">
            <a:extLst>
              <a:ext uri="{FF2B5EF4-FFF2-40B4-BE49-F238E27FC236}">
                <a16:creationId xmlns:a16="http://schemas.microsoft.com/office/drawing/2014/main" id="{202FAAFA-42C4-CFD2-DBA8-BC2201120380}"/>
              </a:ext>
            </a:extLst>
          </p:cNvPr>
          <p:cNvSpPr>
            <a:spLocks noGrp="1"/>
          </p:cNvSpPr>
          <p:nvPr>
            <p:ph sz="quarter" idx="16"/>
          </p:nvPr>
        </p:nvSpPr>
        <p:spPr>
          <a:xfrm>
            <a:off x="6290632" y="2128839"/>
            <a:ext cx="5267332" cy="4094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38156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1A96DE7-ACFB-A025-20F2-1C9A4CEF7566}"/>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641197"/>
            <a:ext cx="10923934" cy="688973"/>
          </a:xfrm>
        </p:spPr>
        <p:txBody>
          <a:bodyPr>
            <a:normAutofit/>
          </a:bodyPr>
          <a:lstStyle>
            <a:lvl1pPr>
              <a:defRPr sz="3600"/>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8BC4869-D3B1-C341-9C4A-88DDA4DA192E}" type="datetime1">
              <a:rPr lang="en-US" smtClean="0"/>
              <a:t>3/16/2026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3472" y="1456523"/>
            <a:ext cx="5266644" cy="688973"/>
          </a:xfrm>
          <a:prstGeom prst="rect">
            <a:avLst/>
          </a:prstGeo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9">
            <a:extLst>
              <a:ext uri="{FF2B5EF4-FFF2-40B4-BE49-F238E27FC236}">
                <a16:creationId xmlns:a16="http://schemas.microsoft.com/office/drawing/2014/main" id="{AAF7DC9C-9332-6860-8B76-290D8AE372F7}"/>
              </a:ext>
            </a:extLst>
          </p:cNvPr>
          <p:cNvSpPr>
            <a:spLocks noGrp="1"/>
          </p:cNvSpPr>
          <p:nvPr>
            <p:ph sz="quarter" idx="15"/>
          </p:nvPr>
        </p:nvSpPr>
        <p:spPr>
          <a:xfrm>
            <a:off x="633470" y="2271849"/>
            <a:ext cx="5267332" cy="39449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456523"/>
            <a:ext cx="5271464" cy="688973"/>
          </a:xfrm>
          <a:prstGeom prst="rect">
            <a:avLst/>
          </a:prstGeo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9">
            <a:extLst>
              <a:ext uri="{FF2B5EF4-FFF2-40B4-BE49-F238E27FC236}">
                <a16:creationId xmlns:a16="http://schemas.microsoft.com/office/drawing/2014/main" id="{814A6650-A301-AE53-ACE9-C9F2CCD87CE8}"/>
              </a:ext>
            </a:extLst>
          </p:cNvPr>
          <p:cNvSpPr>
            <a:spLocks noGrp="1"/>
          </p:cNvSpPr>
          <p:nvPr>
            <p:ph sz="quarter" idx="16"/>
          </p:nvPr>
        </p:nvSpPr>
        <p:spPr>
          <a:xfrm>
            <a:off x="6290072" y="2271849"/>
            <a:ext cx="5267332" cy="39449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FC723C3-DA4A-8D71-987B-EB7E7A74D1E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846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4A141C8-6351-7BB4-B97D-32DF6F45DBC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30" y="634990"/>
            <a:ext cx="10923933" cy="1127761"/>
          </a:xfrm>
        </p:spPr>
        <p:txBody>
          <a:bodyPr>
            <a:normAutofit/>
          </a:bodyPr>
          <a:lstStyle>
            <a:lvl1pPr>
              <a:defRPr sz="360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1280AA4-9AC4-7644-BD1D-3608838FE24E}" type="datetime1">
              <a:rPr lang="en-US" smtClean="0"/>
              <a:t>3/16/2026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6" name="Straight Connector 5">
            <a:extLst>
              <a:ext uri="{FF2B5EF4-FFF2-40B4-BE49-F238E27FC236}">
                <a16:creationId xmlns:a16="http://schemas.microsoft.com/office/drawing/2014/main" id="{D88218CD-6934-8D18-A575-7C745D80A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30586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FE09A4A-7256-DFB0-F197-FAC31C991665}"/>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4081334A-D224-D041-9F63-26A9E0C05551}" type="datetime1">
              <a:rPr lang="en-US" smtClean="0"/>
              <a:t>3/16/2026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1571AA78-5D18-EE68-E9E7-A1075C78BC2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91823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30" y="634990"/>
            <a:ext cx="4096995" cy="1874006"/>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F2E9456-38E2-B645-89F2-A4EE19009666}" type="datetime1">
              <a:rPr lang="en-US" smtClean="0"/>
              <a:t>3/16/2026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CD4A6C7F-9167-3CFF-8E30-53AE9D6BB73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20" y="2866804"/>
            <a:ext cx="4096987" cy="2989469"/>
          </a:xfrm>
          <a:prstGeom prst="rect">
            <a:avLst/>
          </a:prstGeo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062330" y="634989"/>
            <a:ext cx="6495633" cy="5857517"/>
          </a:xfrm>
          <a:prstGeom prst="rect">
            <a:avLst/>
          </a:prstGeo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A9C0A275-A2A5-8AD0-2E0F-DDE194CF8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91108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0D70470-0208-0F43-B978-960D5782D9F1}" type="datetime1">
              <a:rPr lang="en-US" smtClean="0"/>
              <a:t>3/16/2026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03E95682-83E4-B8FD-0229-98470A1CACC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C2BD7F5-CDD3-75CC-75F0-0D3B429420E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56D9DA0-6EE9-83EA-17DF-CC70C2448FC9}"/>
              </a:ext>
            </a:extLst>
          </p:cNvPr>
          <p:cNvSpPr>
            <a:spLocks noGrp="1"/>
          </p:cNvSpPr>
          <p:nvPr>
            <p:ph type="title"/>
          </p:nvPr>
        </p:nvSpPr>
        <p:spPr>
          <a:xfrm>
            <a:off x="612648" y="634990"/>
            <a:ext cx="3595634" cy="1762083"/>
          </a:xfrm>
        </p:spPr>
        <p:txBody>
          <a:bodyPr anchor="t">
            <a:normAutofit/>
          </a:bodyPr>
          <a:lstStyle>
            <a:lvl1pPr>
              <a:defRPr sz="3600"/>
            </a:lvl1pPr>
          </a:lstStyle>
          <a:p>
            <a:r>
              <a:rPr lang="en-US"/>
              <a:t>Click to edit Master title style</a:t>
            </a:r>
            <a:endParaRPr lang="en-US" dirty="0"/>
          </a:p>
        </p:txBody>
      </p:sp>
      <p:sp>
        <p:nvSpPr>
          <p:cNvPr id="11" name="Text Placeholder 3">
            <a:extLst>
              <a:ext uri="{FF2B5EF4-FFF2-40B4-BE49-F238E27FC236}">
                <a16:creationId xmlns:a16="http://schemas.microsoft.com/office/drawing/2014/main" id="{D578782C-4033-2DC8-D9E6-78F704FB0CD8}"/>
              </a:ext>
            </a:extLst>
          </p:cNvPr>
          <p:cNvSpPr>
            <a:spLocks noGrp="1"/>
          </p:cNvSpPr>
          <p:nvPr>
            <p:ph type="body" sz="half" idx="2"/>
          </p:nvPr>
        </p:nvSpPr>
        <p:spPr>
          <a:xfrm>
            <a:off x="612648" y="2521515"/>
            <a:ext cx="3585586" cy="3701117"/>
          </a:xfrm>
          <a:prstGeom prst="rect">
            <a:avLst/>
          </a:prstGeo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4782C0C8-F3A4-B2F1-131D-63904B515429}"/>
              </a:ext>
            </a:extLst>
          </p:cNvPr>
          <p:cNvSpPr>
            <a:spLocks noGrp="1"/>
          </p:cNvSpPr>
          <p:nvPr>
            <p:ph type="pic" idx="1" hasCustomPrompt="1"/>
          </p:nvPr>
        </p:nvSpPr>
        <p:spPr>
          <a:xfrm>
            <a:off x="5340483" y="634990"/>
            <a:ext cx="6139637" cy="5587643"/>
          </a:xfrm>
          <a:prstGeom prst="rect">
            <a:avLst/>
          </a:prstGeo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9750980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1373816"/>
            <a:ext cx="10906802" cy="1607128"/>
          </a:xfrm>
        </p:spPr>
        <p:txBody>
          <a:bodyPr anchor="b">
            <a:noAutofit/>
          </a:bodyPr>
          <a:lstStyle>
            <a:lvl1pPr>
              <a:defRPr sz="36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B19637D-AC4A-CB4E-96DC-9B86DEC28BAD}" type="datetime1">
              <a:rPr lang="en-US" smtClean="0"/>
              <a:t>3/16/2026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BB4F35B0-78B0-CF96-BDA9-3D1E19B0636E}"/>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hasCustomPrompt="1"/>
          </p:nvPr>
        </p:nvSpPr>
        <p:spPr>
          <a:xfrm>
            <a:off x="633480" y="3615051"/>
            <a:ext cx="10906781" cy="2607949"/>
          </a:xfrm>
          <a:prstGeom prst="rect">
            <a:avLst/>
          </a:prstGeom>
        </p:spPr>
        <p:txBody>
          <a:bodyPr>
            <a:norm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55FE6CEC-AEBC-8860-A62E-637765B0DE2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263186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C31587E-E768-0BED-F16B-618390A49DB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B729E58-15D4-9BFF-C39F-C683CED24138}"/>
              </a:ext>
            </a:extLst>
          </p:cNvPr>
          <p:cNvSpPr>
            <a:spLocks noGrp="1"/>
          </p:cNvSpPr>
          <p:nvPr>
            <p:ph type="title"/>
          </p:nvPr>
        </p:nvSpPr>
        <p:spPr>
          <a:xfrm>
            <a:off x="612647" y="1953889"/>
            <a:ext cx="8430767" cy="1842020"/>
          </a:xfrm>
        </p:spPr>
        <p:txBody>
          <a:bodyPr anchor="b">
            <a:noAutofit/>
          </a:bodyPr>
          <a:lstStyle>
            <a:lvl1pPr>
              <a:defRPr sz="36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16200000">
            <a:off x="-532352" y="5260879"/>
            <a:ext cx="1494475" cy="429768"/>
          </a:xfrm>
        </p:spPr>
        <p:txBody>
          <a:bodyPr/>
          <a:lstStyle>
            <a:lvl1pPr>
              <a:defRPr>
                <a:solidFill>
                  <a:schemeClr val="bg1"/>
                </a:solidFill>
              </a:defRPr>
            </a:lvl1pPr>
          </a:lstStyle>
          <a:p>
            <a:fld id="{68B0FE8A-6796-DE43-BAD7-69D8B3740AE7}" type="datetime1">
              <a:rPr lang="en-US" smtClean="0"/>
              <a:t>3/16/2026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A329D384-6BDA-A5B3-C1ED-7DADE965436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6">
            <a:extLst>
              <a:ext uri="{FF2B5EF4-FFF2-40B4-BE49-F238E27FC236}">
                <a16:creationId xmlns:a16="http://schemas.microsoft.com/office/drawing/2014/main" id="{349BFD2E-FBA7-08CA-139F-3F60185F32DE}"/>
              </a:ext>
            </a:extLst>
          </p:cNvPr>
          <p:cNvSpPr>
            <a:spLocks noGrp="1"/>
          </p:cNvSpPr>
          <p:nvPr>
            <p:ph sz="quarter" idx="14" hasCustomPrompt="1"/>
          </p:nvPr>
        </p:nvSpPr>
        <p:spPr>
          <a:xfrm>
            <a:off x="612775" y="3971109"/>
            <a:ext cx="8430639" cy="2251892"/>
          </a:xfrm>
          <a:prstGeom prst="rect">
            <a:avLst/>
          </a:prstGeom>
        </p:spPr>
        <p:txBody>
          <a:bodyPr anchor="b">
            <a:no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5796612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30" y="634990"/>
            <a:ext cx="10923934" cy="75565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2067304" y="2231454"/>
            <a:ext cx="4564376" cy="429768"/>
          </a:xfrm>
          <a:prstGeom prst="rect">
            <a:avLst/>
          </a:prstGeom>
        </p:spPr>
        <p:txBody>
          <a:bodyPr vert="horz" lIns="91440" tIns="45720" rIns="91440" bIns="45720" rtlCol="0" anchor="ctr"/>
          <a:lstStyle>
            <a:lvl1pPr algn="r" rtl="0">
              <a:defRPr sz="800" b="0" i="0">
                <a:solidFill>
                  <a:schemeClr val="tx1"/>
                </a:solidFill>
                <a:latin typeface="+mn-lt"/>
                <a:ea typeface="Batang" panose="02030600000101010101" pitchFamily="18" charset="-127"/>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16200000">
            <a:off x="-532352" y="5260879"/>
            <a:ext cx="1494475" cy="429768"/>
          </a:xfrm>
          <a:prstGeom prst="rect">
            <a:avLst/>
          </a:prstGeom>
        </p:spPr>
        <p:txBody>
          <a:bodyPr vert="horz" lIns="91440" tIns="45720" rIns="91440" bIns="45720" rtlCol="0" anchor="ctr"/>
          <a:lstStyle>
            <a:lvl1pPr algn="l" rtl="0">
              <a:defRPr sz="800" b="0" i="0">
                <a:solidFill>
                  <a:schemeClr val="tx1"/>
                </a:solidFill>
                <a:latin typeface="+mn-lt"/>
                <a:ea typeface="Batang" panose="02030600000101010101" pitchFamily="18" charset="-127"/>
              </a:defRPr>
            </a:lvl1pPr>
          </a:lstStyle>
          <a:p>
            <a:fld id="{43E9438E-6B36-A14E-B7B5-A87CBFCBC1F9}" type="datetime1">
              <a:rPr lang="en-US" smtClean="0"/>
              <a:pPr/>
              <a:t>3/16/2026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2" y="6492513"/>
            <a:ext cx="429207" cy="365125"/>
          </a:xfrm>
          <a:prstGeom prst="rect">
            <a:avLst/>
          </a:prstGeom>
        </p:spPr>
        <p:txBody>
          <a:bodyPr vert="horz" lIns="91440" tIns="45720" rIns="91440" bIns="45720" rtlCol="0" anchor="ctr"/>
          <a:lstStyle>
            <a:lvl1pPr algn="ctr" rtl="0">
              <a:defRPr sz="800" b="0" i="0">
                <a:solidFill>
                  <a:schemeClr val="tx1"/>
                </a:solidFill>
                <a:latin typeface="+mn-lt"/>
                <a:ea typeface="Batang" panose="02030600000101010101" pitchFamily="18" charset="-127"/>
              </a:defRPr>
            </a:lvl1pPr>
          </a:lstStyle>
          <a:p>
            <a:fld id="{CC057153-B650-4DEB-B370-79DDCFDCE934}" type="slidenum">
              <a:rPr lang="en-US" smtClean="0"/>
              <a:pPr/>
              <a:t>‹#›</a:t>
            </a:fld>
            <a:endParaRPr lang="en-US" dirty="0"/>
          </a:p>
        </p:txBody>
      </p:sp>
      <p:sp>
        <p:nvSpPr>
          <p:cNvPr id="9" name="Text Placeholder 2">
            <a:extLst>
              <a:ext uri="{FF2B5EF4-FFF2-40B4-BE49-F238E27FC236}">
                <a16:creationId xmlns:a16="http://schemas.microsoft.com/office/drawing/2014/main" id="{65102932-722B-3E65-A301-BE5A2490CA12}"/>
              </a:ext>
            </a:extLst>
          </p:cNvPr>
          <p:cNvSpPr>
            <a:spLocks noGrp="1"/>
          </p:cNvSpPr>
          <p:nvPr>
            <p:ph type="body" idx="1"/>
          </p:nvPr>
        </p:nvSpPr>
        <p:spPr>
          <a:xfrm>
            <a:off x="634030" y="1537958"/>
            <a:ext cx="10923934" cy="46850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37627104"/>
      </p:ext>
    </p:extLst>
  </p:cSld>
  <p:clrMap bg1="lt1" tx1="dk1" bg2="lt2" tx2="dk2" accent1="accent1" accent2="accent2" accent3="accent3" accent4="accent4" accent5="accent5" accent6="accent6" hlink="hlink" folHlink="folHlink"/>
  <p:sldLayoutIdLst>
    <p:sldLayoutId id="2147483815" r:id="rId1"/>
    <p:sldLayoutId id="2147483766" r:id="rId2"/>
    <p:sldLayoutId id="2147483816" r:id="rId3"/>
    <p:sldLayoutId id="2147483765" r:id="rId4"/>
    <p:sldLayoutId id="2147483768" r:id="rId5"/>
    <p:sldLayoutId id="2147483769" r:id="rId6"/>
    <p:sldLayoutId id="2147483770" r:id="rId7"/>
    <p:sldLayoutId id="2147483771" r:id="rId8"/>
    <p:sldLayoutId id="2147483772" r:id="rId9"/>
    <p:sldLayoutId id="2147483821"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 id="2147483793" r:id="rId29"/>
    <p:sldLayoutId id="2147483794" r:id="rId30"/>
    <p:sldLayoutId id="2147483795" r:id="rId31"/>
    <p:sldLayoutId id="2147483796" r:id="rId32"/>
    <p:sldLayoutId id="2147483797" r:id="rId33"/>
    <p:sldLayoutId id="2147483817" r:id="rId34"/>
    <p:sldLayoutId id="2147483782" r:id="rId35"/>
    <p:sldLayoutId id="2147483798" r:id="rId36"/>
    <p:sldLayoutId id="2147483799" r:id="rId37"/>
    <p:sldLayoutId id="2147483800" r:id="rId38"/>
    <p:sldLayoutId id="2147483801" r:id="rId39"/>
    <p:sldLayoutId id="2147483803" r:id="rId40"/>
    <p:sldLayoutId id="2147483819" r:id="rId41"/>
    <p:sldLayoutId id="2147483820" r:id="rId42"/>
    <p:sldLayoutId id="2147483804" r:id="rId43"/>
    <p:sldLayoutId id="2147483805" r:id="rId44"/>
    <p:sldLayoutId id="2147483806" r:id="rId45"/>
    <p:sldLayoutId id="2147483807" r:id="rId46"/>
    <p:sldLayoutId id="2147483808" r:id="rId47"/>
    <p:sldLayoutId id="2147483809" r:id="rId48"/>
    <p:sldLayoutId id="2147483810" r:id="rId49"/>
    <p:sldLayoutId id="2147483811" r:id="rId50"/>
    <p:sldLayoutId id="2147483812" r:id="rId51"/>
    <p:sldLayoutId id="2147483813" r:id="rId52"/>
    <p:sldLayoutId id="2147483814" r:id="rId53"/>
  </p:sldLayoutIdLst>
  <p:hf hdr="0"/>
  <p:txStyles>
    <p:titleStyle>
      <a:lvl1pPr algn="l" defTabSz="914400" rtl="0" eaLnBrk="1" latinLnBrk="0" hangingPunct="1">
        <a:lnSpc>
          <a:spcPct val="90000"/>
        </a:lnSpc>
        <a:spcBef>
          <a:spcPct val="0"/>
        </a:spcBef>
        <a:buNone/>
        <a:defRPr sz="3600" b="0" i="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6.xml"/><Relationship Id="rId5" Type="http://schemas.openxmlformats.org/officeDocument/2006/relationships/image" Target="../media/image8.jpeg"/><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46.xml"/><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6.xml"/><Relationship Id="rId5" Type="http://schemas.openxmlformats.org/officeDocument/2006/relationships/image" Target="../media/image11.jpe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6.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6.xml"/><Relationship Id="rId5" Type="http://schemas.openxmlformats.org/officeDocument/2006/relationships/image" Target="../media/image14.jpe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6.xml"/><Relationship Id="rId5" Type="http://schemas.openxmlformats.org/officeDocument/2006/relationships/image" Target="../media/image15.jpe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6.xml"/><Relationship Id="rId5" Type="http://schemas.openxmlformats.org/officeDocument/2006/relationships/image" Target="../media/image16.jpe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6.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6.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46.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7.svg"/><Relationship Id="rId9" Type="http://schemas.openxmlformats.org/officeDocument/2006/relationships/image" Target="../media/image21.jpe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4.jpeg"/><Relationship Id="rId2" Type="http://schemas.openxmlformats.org/officeDocument/2006/relationships/notesSlide" Target="../notesSlides/notesSlide10.xml"/><Relationship Id="rId1" Type="http://schemas.openxmlformats.org/officeDocument/2006/relationships/slideLayout" Target="../slideLayouts/slideLayout46.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6.xml"/><Relationship Id="rId5" Type="http://schemas.openxmlformats.org/officeDocument/2006/relationships/image" Target="../media/image25.jpe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6.xml"/><Relationship Id="rId5" Type="http://schemas.openxmlformats.org/officeDocument/2006/relationships/image" Target="../media/image26.jpeg"/><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52108B7-17FB-6AA9-4ADB-AE562F0E849D}"/>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D090A3AF-6A0A-6F31-6622-1021DA805461}"/>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709E7562-962C-C847-6457-29D44A7AC1A1}"/>
              </a:ext>
            </a:extLst>
          </p:cNvPr>
          <p:cNvSpPr>
            <a:spLocks noGrp="1"/>
          </p:cNvSpPr>
          <p:nvPr>
            <p:ph type="sldNum" sz="quarter" idx="12"/>
          </p:nvPr>
        </p:nvSpPr>
        <p:spPr/>
        <p:txBody>
          <a:bodyPr/>
          <a:lstStyle/>
          <a:p>
            <a:fld id="{CC057153-B650-4DEB-B370-79DDCFDCE934}" type="slidenum">
              <a:rPr lang="en-US" smtClean="0"/>
              <a:t>1</a:t>
            </a:fld>
            <a:endParaRPr lang="en-US" dirty="0"/>
          </a:p>
        </p:txBody>
      </p:sp>
      <p:pic>
        <p:nvPicPr>
          <p:cNvPr id="8" name="Content Placeholder 7">
            <a:extLst>
              <a:ext uri="{FF2B5EF4-FFF2-40B4-BE49-F238E27FC236}">
                <a16:creationId xmlns:a16="http://schemas.microsoft.com/office/drawing/2014/main" id="{CFFD76D6-3206-4ED7-A886-A0DAFEACABC5}"/>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Shot of a group of businesspeople in the boardroom">
            <a:extLst>
              <a:ext uri="{FF2B5EF4-FFF2-40B4-BE49-F238E27FC236}">
                <a16:creationId xmlns:a16="http://schemas.microsoft.com/office/drawing/2014/main" id="{F618168E-9BCD-4294-B50F-2CB1E6771946}"/>
              </a:ext>
            </a:extLst>
          </p:cNvPr>
          <p:cNvPicPr>
            <a:picLocks noGrp="1" noChangeAspect="1"/>
          </p:cNvPicPr>
          <p:nvPr>
            <p:ph sz="quarter" idx="16"/>
          </p:nvPr>
        </p:nvPicPr>
        <p:blipFill>
          <a:blip r:embed="rId5"/>
          <a:stretch>
            <a:fillRect/>
          </a:stretch>
        </p:blipFill>
        <p:spPr>
          <a:xfrm>
            <a:off x="5334000" y="0"/>
            <a:ext cx="6858000" cy="6858000"/>
          </a:xfrm>
          <a:prstGeom prst="rect">
            <a:avLst/>
          </a:prstGeom>
        </p:spPr>
      </p:pic>
      <p:sp>
        <p:nvSpPr>
          <p:cNvPr id="10" name="TextBox 9">
            <a:extLst>
              <a:ext uri="{FF2B5EF4-FFF2-40B4-BE49-F238E27FC236}">
                <a16:creationId xmlns:a16="http://schemas.microsoft.com/office/drawing/2014/main" id="{B1BADE30-4AD4-44D8-9846-130E6E9A62E6}"/>
              </a:ext>
            </a:extLst>
          </p:cNvPr>
          <p:cNvSpPr txBox="1"/>
          <p:nvPr/>
        </p:nvSpPr>
        <p:spPr>
          <a:xfrm>
            <a:off x="619125" y="757386"/>
            <a:ext cx="4391025" cy="2681882"/>
          </a:xfrm>
          <a:prstGeom prst="rect">
            <a:avLst/>
          </a:prstGeom>
          <a:noFill/>
        </p:spPr>
        <p:txBody>
          <a:bodyPr wrap="square" rtlCol="0">
            <a:normAutofit/>
          </a:bodyPr>
          <a:lstStyle/>
          <a:p>
            <a:pPr marL="0" algn="l">
              <a:buNone/>
            </a:pPr>
            <a:r>
              <a:rPr sz="4800" b="0">
                <a:solidFill>
                  <a:srgbClr val="000000"/>
                </a:solidFill>
                <a:effectLst/>
                <a:latin typeface="Mongolian Baiti" panose="03000500000000000000" pitchFamily="66" charset="0"/>
              </a:rPr>
              <a:t>Workplace Expectations &amp; Professional Maturity </a:t>
            </a:r>
            <a:endParaRPr lang="en-US"/>
          </a:p>
        </p:txBody>
      </p:sp>
      <p:sp>
        <p:nvSpPr>
          <p:cNvPr id="11" name="TextBox 10">
            <a:extLst>
              <a:ext uri="{FF2B5EF4-FFF2-40B4-BE49-F238E27FC236}">
                <a16:creationId xmlns:a16="http://schemas.microsoft.com/office/drawing/2014/main" id="{2C89FBCE-56D5-49FB-974A-1FCDE10DB5D8}"/>
              </a:ext>
            </a:extLst>
          </p:cNvPr>
          <p:cNvSpPr txBox="1"/>
          <p:nvPr/>
        </p:nvSpPr>
        <p:spPr>
          <a:xfrm>
            <a:off x="619125" y="5696991"/>
            <a:ext cx="4391025" cy="594121"/>
          </a:xfrm>
          <a:prstGeom prst="rect">
            <a:avLst/>
          </a:prstGeom>
          <a:noFill/>
        </p:spPr>
        <p:txBody>
          <a:bodyPr wrap="square" rtlCol="0">
            <a:normAutofit/>
          </a:bodyPr>
          <a:lstStyle/>
          <a:p>
            <a:pPr marL="0" algn="l">
              <a:buNone/>
            </a:pPr>
            <a:r>
              <a:rPr sz="1800" b="0">
                <a:solidFill>
                  <a:srgbClr val="D27B07"/>
                </a:solidFill>
                <a:effectLst/>
                <a:latin typeface="Avenir"/>
              </a:rPr>
              <a:t>Building credibility through professional conduct </a:t>
            </a:r>
            <a:endParaRPr lang="en-US"/>
          </a:p>
        </p:txBody>
      </p:sp>
    </p:spTree>
    <p:extLst>
      <p:ext uri="{BB962C8B-B14F-4D97-AF65-F5344CB8AC3E}">
        <p14:creationId xmlns:p14="http://schemas.microsoft.com/office/powerpoint/2010/main" val="4215664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27518B-5E84-515A-1795-375C34E9ACB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FFEACA4-6731-2F6C-4FCA-EF87B3674505}"/>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C61B2F8B-C91E-9028-4EDD-C0E81564BB73}"/>
              </a:ext>
            </a:extLst>
          </p:cNvPr>
          <p:cNvSpPr>
            <a:spLocks noGrp="1"/>
          </p:cNvSpPr>
          <p:nvPr>
            <p:ph type="sldNum" sz="quarter" idx="12"/>
          </p:nvPr>
        </p:nvSpPr>
        <p:spPr/>
        <p:txBody>
          <a:bodyPr/>
          <a:lstStyle/>
          <a:p>
            <a:fld id="{CC057153-B650-4DEB-B370-79DDCFDCE934}" type="slidenum">
              <a:rPr lang="en-US" smtClean="0"/>
              <a:t>2</a:t>
            </a:fld>
            <a:endParaRPr lang="en-US" dirty="0"/>
          </a:p>
        </p:txBody>
      </p:sp>
      <p:pic>
        <p:nvPicPr>
          <p:cNvPr id="8" name="Content Placeholder 7">
            <a:extLst>
              <a:ext uri="{FF2B5EF4-FFF2-40B4-BE49-F238E27FC236}">
                <a16:creationId xmlns:a16="http://schemas.microsoft.com/office/drawing/2014/main" id="{98733EE6-73DD-4DF1-BBB1-D97AE1873D00}"/>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7" name="Content Placeholder 6">
            <a:extLst>
              <a:ext uri="{FF2B5EF4-FFF2-40B4-BE49-F238E27FC236}">
                <a16:creationId xmlns:a16="http://schemas.microsoft.com/office/drawing/2014/main" id="{B93008B7-7642-8D07-BC90-F6812C09A25F}"/>
              </a:ext>
            </a:extLst>
          </p:cNvPr>
          <p:cNvSpPr>
            <a:spLocks noGrp="1"/>
          </p:cNvSpPr>
          <p:nvPr>
            <p:ph sz="quarter" idx="16"/>
          </p:nvPr>
        </p:nvSpPr>
        <p:spPr>
          <a:xfrm>
            <a:off x="828675" y="3609975"/>
            <a:ext cx="10534650" cy="2419350"/>
          </a:xfrm>
        </p:spPr>
        <p:txBody>
          <a:bodyPr>
            <a:normAutofit fontScale="92500"/>
          </a:bodyPr>
          <a:lstStyle/>
          <a:p>
            <a:pPr marL="0" marR="0" indent="0" algn="l" fontAlgn="b">
              <a:buNone/>
            </a:pPr>
            <a:r>
              <a:rPr sz="8250">
                <a:solidFill>
                  <a:srgbClr val="000000"/>
                </a:solidFill>
                <a:effectLst/>
                <a:latin typeface="Mongolian Baiti" panose="03000500000000000000" pitchFamily="66" charset="0"/>
              </a:rPr>
              <a:t>Core Workplace Expectations </a:t>
            </a:r>
            <a:endParaRPr lang="en-US"/>
          </a:p>
        </p:txBody>
      </p:sp>
    </p:spTree>
    <p:extLst>
      <p:ext uri="{BB962C8B-B14F-4D97-AF65-F5344CB8AC3E}">
        <p14:creationId xmlns:p14="http://schemas.microsoft.com/office/powerpoint/2010/main" val="4246256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02B40CF-A52D-3806-F45F-E12DD62FCF21}"/>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C5DFA194-D5C6-3679-FA4E-9E926D936359}"/>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AABACF41-3FD7-468A-E3E4-B21EE4B47C26}"/>
              </a:ext>
            </a:extLst>
          </p:cNvPr>
          <p:cNvSpPr>
            <a:spLocks noGrp="1"/>
          </p:cNvSpPr>
          <p:nvPr>
            <p:ph type="sldNum" sz="quarter" idx="12"/>
          </p:nvPr>
        </p:nvSpPr>
        <p:spPr/>
        <p:txBody>
          <a:bodyPr/>
          <a:lstStyle/>
          <a:p>
            <a:fld id="{CC057153-B650-4DEB-B370-79DDCFDCE934}" type="slidenum">
              <a:rPr lang="en-US" smtClean="0"/>
              <a:t>3</a:t>
            </a:fld>
            <a:endParaRPr lang="en-US" dirty="0"/>
          </a:p>
        </p:txBody>
      </p:sp>
      <p:pic>
        <p:nvPicPr>
          <p:cNvPr id="8" name="Content Placeholder 7">
            <a:extLst>
              <a:ext uri="{FF2B5EF4-FFF2-40B4-BE49-F238E27FC236}">
                <a16:creationId xmlns:a16="http://schemas.microsoft.com/office/drawing/2014/main" id="{ABC1D5EB-4C27-4424-AF7B-99E6EA5F6E3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Team at work. Group of young business people working together in creative modern office.">
            <a:extLst>
              <a:ext uri="{FF2B5EF4-FFF2-40B4-BE49-F238E27FC236}">
                <a16:creationId xmlns:a16="http://schemas.microsoft.com/office/drawing/2014/main" id="{B99FC789-8E57-44EA-A70A-EA2007A10717}"/>
              </a:ext>
            </a:extLst>
          </p:cNvPr>
          <p:cNvPicPr>
            <a:picLocks noGrp="1" noChangeAspect="1"/>
          </p:cNvPicPr>
          <p:nvPr>
            <p:ph sz="quarter" idx="16"/>
          </p:nvPr>
        </p:nvPicPr>
        <p:blipFill>
          <a:blip r:embed="rId5"/>
          <a:stretch>
            <a:fillRect/>
          </a:stretch>
        </p:blipFill>
        <p:spPr>
          <a:xfrm>
            <a:off x="5334000" y="0"/>
            <a:ext cx="6858000" cy="6858000"/>
          </a:xfrm>
          <a:prstGeom prst="rect">
            <a:avLst/>
          </a:prstGeom>
        </p:spPr>
      </p:pic>
      <p:sp>
        <p:nvSpPr>
          <p:cNvPr id="10" name="TextBox 9">
            <a:extLst>
              <a:ext uri="{FF2B5EF4-FFF2-40B4-BE49-F238E27FC236}">
                <a16:creationId xmlns:a16="http://schemas.microsoft.com/office/drawing/2014/main" id="{737137BD-80DE-447B-BDA5-CAA53E001FCA}"/>
              </a:ext>
            </a:extLst>
          </p:cNvPr>
          <p:cNvSpPr txBox="1"/>
          <p:nvPr/>
        </p:nvSpPr>
        <p:spPr>
          <a:xfrm>
            <a:off x="619125" y="581025"/>
            <a:ext cx="4391025" cy="1508670"/>
          </a:xfrm>
          <a:prstGeom prst="rect">
            <a:avLst/>
          </a:prstGeom>
          <a:noFill/>
        </p:spPr>
        <p:txBody>
          <a:bodyPr wrap="square" rtlCol="0">
            <a:normAutofit/>
          </a:bodyPr>
          <a:lstStyle/>
          <a:p>
            <a:pPr marL="0" algn="l">
              <a:buNone/>
            </a:pPr>
            <a:r>
              <a:rPr sz="3600">
                <a:solidFill>
                  <a:srgbClr val="000000"/>
                </a:solidFill>
                <a:effectLst/>
                <a:latin typeface="Mongolian Baiti" panose="03000500000000000000" pitchFamily="66" charset="0"/>
              </a:rPr>
              <a:t>Workplace Expectations &amp; Professional Maturity</a:t>
            </a:r>
            <a:r>
              <a:rPr>
                <a:effectLst/>
              </a:rPr>
              <a:t> </a:t>
            </a:r>
            <a:endParaRPr lang="en-US"/>
          </a:p>
        </p:txBody>
      </p:sp>
      <p:sp>
        <p:nvSpPr>
          <p:cNvPr id="11" name="TextBox 10">
            <a:extLst>
              <a:ext uri="{FF2B5EF4-FFF2-40B4-BE49-F238E27FC236}">
                <a16:creationId xmlns:a16="http://schemas.microsoft.com/office/drawing/2014/main" id="{B78B9099-5825-4855-B760-5B24818F000C}"/>
              </a:ext>
            </a:extLst>
          </p:cNvPr>
          <p:cNvSpPr txBox="1"/>
          <p:nvPr/>
        </p:nvSpPr>
        <p:spPr>
          <a:xfrm>
            <a:off x="619125" y="2375445"/>
            <a:ext cx="4391025" cy="238125"/>
          </a:xfrm>
          <a:prstGeom prst="rect">
            <a:avLst/>
          </a:prstGeom>
          <a:noFill/>
        </p:spPr>
        <p:txBody>
          <a:bodyPr wrap="square" rtlCol="0">
            <a:normAutofit/>
          </a:bodyPr>
          <a:lstStyle/>
          <a:p>
            <a:pPr marL="0" algn="l">
              <a:buNone/>
            </a:pPr>
            <a:r>
              <a:rPr sz="1500" b="1">
                <a:solidFill>
                  <a:srgbClr val="000000"/>
                </a:solidFill>
                <a:effectLst/>
                <a:latin typeface="Avenir"/>
              </a:rPr>
              <a:t>Why early-career roles feel hard</a:t>
            </a:r>
            <a:r>
              <a:rPr>
                <a:effectLst/>
              </a:rPr>
              <a:t> </a:t>
            </a:r>
            <a:endParaRPr lang="en-US"/>
          </a:p>
        </p:txBody>
      </p:sp>
      <p:sp>
        <p:nvSpPr>
          <p:cNvPr id="12" name="TextBox 11">
            <a:extLst>
              <a:ext uri="{FF2B5EF4-FFF2-40B4-BE49-F238E27FC236}">
                <a16:creationId xmlns:a16="http://schemas.microsoft.com/office/drawing/2014/main" id="{7B1D2A76-A222-47C0-B37B-8BC29D65D066}"/>
              </a:ext>
            </a:extLst>
          </p:cNvPr>
          <p:cNvSpPr txBox="1"/>
          <p:nvPr/>
        </p:nvSpPr>
        <p:spPr>
          <a:xfrm>
            <a:off x="619125" y="2708820"/>
            <a:ext cx="4391025" cy="990600"/>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Most struggles come from misaligned assumptions about communication, feedback, urgency, and responsibility—not lack of intelligence.</a:t>
            </a:r>
            <a:r>
              <a:rPr>
                <a:effectLst/>
              </a:rPr>
              <a:t> </a:t>
            </a:r>
            <a:endParaRPr lang="en-US"/>
          </a:p>
        </p:txBody>
      </p:sp>
      <p:sp>
        <p:nvSpPr>
          <p:cNvPr id="13" name="TextBox 12">
            <a:extLst>
              <a:ext uri="{FF2B5EF4-FFF2-40B4-BE49-F238E27FC236}">
                <a16:creationId xmlns:a16="http://schemas.microsoft.com/office/drawing/2014/main" id="{D12FC062-CC26-4027-B041-B6BBA59EFFC5}"/>
              </a:ext>
            </a:extLst>
          </p:cNvPr>
          <p:cNvSpPr txBox="1"/>
          <p:nvPr/>
        </p:nvSpPr>
        <p:spPr>
          <a:xfrm>
            <a:off x="619125" y="3851820"/>
            <a:ext cx="4391025" cy="238125"/>
          </a:xfrm>
          <a:prstGeom prst="rect">
            <a:avLst/>
          </a:prstGeom>
          <a:noFill/>
        </p:spPr>
        <p:txBody>
          <a:bodyPr wrap="square" rtlCol="0">
            <a:normAutofit/>
          </a:bodyPr>
          <a:lstStyle/>
          <a:p>
            <a:pPr marL="0" marR="0" algn="l">
              <a:spcBef>
                <a:spcPts val="1200"/>
              </a:spcBef>
              <a:buNone/>
            </a:pPr>
            <a:r>
              <a:rPr sz="1500" b="1">
                <a:solidFill>
                  <a:srgbClr val="000000"/>
                </a:solidFill>
                <a:effectLst/>
                <a:latin typeface="Avenir"/>
              </a:rPr>
              <a:t>What managers expect</a:t>
            </a:r>
            <a:r>
              <a:rPr>
                <a:effectLst/>
              </a:rPr>
              <a:t> </a:t>
            </a:r>
            <a:endParaRPr lang="en-US"/>
          </a:p>
        </p:txBody>
      </p:sp>
      <p:sp>
        <p:nvSpPr>
          <p:cNvPr id="14" name="TextBox 13">
            <a:extLst>
              <a:ext uri="{FF2B5EF4-FFF2-40B4-BE49-F238E27FC236}">
                <a16:creationId xmlns:a16="http://schemas.microsoft.com/office/drawing/2014/main" id="{4C3E68BA-A5C3-490D-9F9C-EDB1D4A5BE55}"/>
              </a:ext>
            </a:extLst>
          </p:cNvPr>
          <p:cNvSpPr txBox="1"/>
          <p:nvPr/>
        </p:nvSpPr>
        <p:spPr>
          <a:xfrm>
            <a:off x="619125" y="4185195"/>
            <a:ext cx="4391025" cy="742950"/>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Observe norms, adapt quickly, and ask clarifying questions—without waiting for constant direction.</a:t>
            </a:r>
            <a:r>
              <a:rPr>
                <a:effectLst/>
              </a:rPr>
              <a:t> </a:t>
            </a:r>
            <a:endParaRPr lang="en-US"/>
          </a:p>
        </p:txBody>
      </p:sp>
      <p:sp>
        <p:nvSpPr>
          <p:cNvPr id="15" name="TextBox 14">
            <a:extLst>
              <a:ext uri="{FF2B5EF4-FFF2-40B4-BE49-F238E27FC236}">
                <a16:creationId xmlns:a16="http://schemas.microsoft.com/office/drawing/2014/main" id="{B29A427F-944C-466E-A90B-B866E0F08AB4}"/>
              </a:ext>
            </a:extLst>
          </p:cNvPr>
          <p:cNvSpPr txBox="1"/>
          <p:nvPr/>
        </p:nvSpPr>
        <p:spPr>
          <a:xfrm>
            <a:off x="619125" y="5080545"/>
            <a:ext cx="4391025" cy="238125"/>
          </a:xfrm>
          <a:prstGeom prst="rect">
            <a:avLst/>
          </a:prstGeom>
          <a:noFill/>
        </p:spPr>
        <p:txBody>
          <a:bodyPr wrap="square" rtlCol="0">
            <a:normAutofit/>
          </a:bodyPr>
          <a:lstStyle/>
          <a:p>
            <a:pPr marL="0" marR="0" algn="l">
              <a:spcBef>
                <a:spcPts val="1200"/>
              </a:spcBef>
              <a:buNone/>
            </a:pPr>
            <a:r>
              <a:rPr sz="1500" b="1">
                <a:solidFill>
                  <a:srgbClr val="000000"/>
                </a:solidFill>
                <a:effectLst/>
                <a:latin typeface="Avenir"/>
              </a:rPr>
              <a:t>Workshop focus</a:t>
            </a:r>
            <a:r>
              <a:rPr>
                <a:effectLst/>
              </a:rPr>
              <a:t> </a:t>
            </a:r>
            <a:endParaRPr lang="en-US"/>
          </a:p>
        </p:txBody>
      </p:sp>
      <p:sp>
        <p:nvSpPr>
          <p:cNvPr id="16" name="TextBox 15">
            <a:extLst>
              <a:ext uri="{FF2B5EF4-FFF2-40B4-BE49-F238E27FC236}">
                <a16:creationId xmlns:a16="http://schemas.microsoft.com/office/drawing/2014/main" id="{5FCDA1AC-BA51-4B88-B3D8-C03002C669DC}"/>
              </a:ext>
            </a:extLst>
          </p:cNvPr>
          <p:cNvSpPr txBox="1"/>
          <p:nvPr/>
        </p:nvSpPr>
        <p:spPr>
          <a:xfrm>
            <a:off x="619125" y="5413920"/>
            <a:ext cx="4391025" cy="990600"/>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Build credibility by practicing ownership, clear communication, and good judgment—showing you’re reliable and learning on purpose.</a:t>
            </a:r>
            <a:r>
              <a:rPr>
                <a:effectLst/>
              </a:rPr>
              <a:t> </a:t>
            </a:r>
            <a:endParaRPr lang="en-US"/>
          </a:p>
        </p:txBody>
      </p:sp>
    </p:spTree>
    <p:extLst>
      <p:ext uri="{BB962C8B-B14F-4D97-AF65-F5344CB8AC3E}">
        <p14:creationId xmlns:p14="http://schemas.microsoft.com/office/powerpoint/2010/main" val="3888354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3EEEF55-3DC7-E9E1-E6F2-CE137DDCE479}"/>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80F2073B-EEAE-49A3-5F87-D60C4795DC92}"/>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BD010BC9-310D-CC6A-2FB4-0A2F8B3BD28C}"/>
              </a:ext>
            </a:extLst>
          </p:cNvPr>
          <p:cNvSpPr>
            <a:spLocks noGrp="1"/>
          </p:cNvSpPr>
          <p:nvPr>
            <p:ph type="sldNum" sz="quarter" idx="12"/>
          </p:nvPr>
        </p:nvSpPr>
        <p:spPr/>
        <p:txBody>
          <a:bodyPr/>
          <a:lstStyle/>
          <a:p>
            <a:fld id="{CC057153-B650-4DEB-B370-79DDCFDCE934}" type="slidenum">
              <a:rPr lang="en-US" smtClean="0"/>
              <a:t>4</a:t>
            </a:fld>
            <a:endParaRPr lang="en-US" dirty="0"/>
          </a:p>
        </p:txBody>
      </p:sp>
      <p:pic>
        <p:nvPicPr>
          <p:cNvPr id="8" name="Content Placeholder 7">
            <a:extLst>
              <a:ext uri="{FF2B5EF4-FFF2-40B4-BE49-F238E27FC236}">
                <a16:creationId xmlns:a16="http://schemas.microsoft.com/office/drawing/2014/main" id="{821D1FC3-F9E4-4E60-96F4-3B40BE72260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a:extLst>
              <a:ext uri="{FF2B5EF4-FFF2-40B4-BE49-F238E27FC236}">
                <a16:creationId xmlns:a16="http://schemas.microsoft.com/office/drawing/2014/main" id="{E275AC9D-588E-437E-9005-6B8550E92AD3}"/>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6858000" cy="6858000"/>
          </a:xfrm>
          <a:prstGeom prst="rect">
            <a:avLst/>
          </a:prstGeom>
        </p:spPr>
      </p:pic>
      <p:sp>
        <p:nvSpPr>
          <p:cNvPr id="10" name="TextBox 9">
            <a:extLst>
              <a:ext uri="{FF2B5EF4-FFF2-40B4-BE49-F238E27FC236}">
                <a16:creationId xmlns:a16="http://schemas.microsoft.com/office/drawing/2014/main" id="{907FBAFC-A209-47BB-BA27-1EBDB9C44F53}"/>
              </a:ext>
            </a:extLst>
          </p:cNvPr>
          <p:cNvSpPr txBox="1"/>
          <p:nvPr/>
        </p:nvSpPr>
        <p:spPr>
          <a:xfrm>
            <a:off x="7200900" y="581025"/>
            <a:ext cx="4391025" cy="987325"/>
          </a:xfrm>
          <a:prstGeom prst="rect">
            <a:avLst/>
          </a:prstGeom>
          <a:noFill/>
        </p:spPr>
        <p:txBody>
          <a:bodyPr wrap="square" rtlCol="0">
            <a:normAutofit/>
          </a:bodyPr>
          <a:lstStyle/>
          <a:p>
            <a:pPr marL="0" algn="l">
              <a:buNone/>
            </a:pPr>
            <a:r>
              <a:rPr sz="3600">
                <a:solidFill>
                  <a:srgbClr val="000000"/>
                </a:solidFill>
                <a:effectLst/>
                <a:latin typeface="Mongolian Baiti" panose="03000500000000000000" pitchFamily="66" charset="0"/>
              </a:rPr>
              <a:t>Soft Skills Matter More Than You Think </a:t>
            </a:r>
            <a:endParaRPr lang="en-US"/>
          </a:p>
        </p:txBody>
      </p:sp>
      <p:sp>
        <p:nvSpPr>
          <p:cNvPr id="11" name="TextBox 10">
            <a:extLst>
              <a:ext uri="{FF2B5EF4-FFF2-40B4-BE49-F238E27FC236}">
                <a16:creationId xmlns:a16="http://schemas.microsoft.com/office/drawing/2014/main" id="{55070516-20E3-425E-9054-8B65115526D3}"/>
              </a:ext>
            </a:extLst>
          </p:cNvPr>
          <p:cNvSpPr txBox="1"/>
          <p:nvPr/>
        </p:nvSpPr>
        <p:spPr>
          <a:xfrm>
            <a:off x="7200900" y="1854100"/>
            <a:ext cx="4391025" cy="4746873"/>
          </a:xfrm>
          <a:prstGeom prst="rect">
            <a:avLst/>
          </a:prstGeom>
          <a:noFill/>
        </p:spPr>
        <p:txBody>
          <a:bodyPr wrap="square" rtlCol="0">
            <a:normAutofit/>
          </a:bodyPr>
          <a:lstStyle/>
          <a:p>
            <a:pPr marL="0" algn="l">
              <a:buNone/>
            </a:pPr>
            <a:r>
              <a:rPr sz="1350" b="1">
                <a:solidFill>
                  <a:srgbClr val="000000"/>
                </a:solidFill>
                <a:effectLst/>
                <a:latin typeface="Avenir"/>
              </a:rPr>
              <a:t>Key statistic </a:t>
            </a:r>
            <a:endParaRPr>
              <a:effectLst/>
            </a:endParaRPr>
          </a:p>
          <a:p>
            <a:pPr marL="0" algn="l">
              <a:spcBef>
                <a:spcPts val="750"/>
              </a:spcBef>
              <a:buNone/>
            </a:pPr>
            <a:r>
              <a:rPr sz="3300" b="0">
                <a:solidFill>
                  <a:srgbClr val="D27B07"/>
                </a:solidFill>
                <a:effectLst/>
                <a:latin typeface="Mongolian Baiti" panose="03000500000000000000" pitchFamily="66" charset="0"/>
              </a:rPr>
              <a:t>56% </a:t>
            </a:r>
            <a:r>
              <a:rPr sz="1425" b="0">
                <a:solidFill>
                  <a:srgbClr val="000000"/>
                </a:solidFill>
                <a:effectLst/>
                <a:latin typeface="Avenir"/>
              </a:rPr>
              <a:t> of leaders cite weak soft skills as the main reason entry-level workers seem unprepared (vs. 13% technical). </a:t>
            </a:r>
            <a:endParaRPr>
              <a:effectLst/>
            </a:endParaRPr>
          </a:p>
          <a:p>
            <a:pPr marL="0" algn="l">
              <a:spcBef>
                <a:spcPts val="1650"/>
              </a:spcBef>
              <a:buNone/>
            </a:pPr>
            <a:r>
              <a:rPr sz="1350" b="1">
                <a:solidFill>
                  <a:srgbClr val="000000"/>
                </a:solidFill>
                <a:effectLst/>
                <a:latin typeface="Avenir"/>
              </a:rPr>
              <a:t>What “soft skills” look like at work </a:t>
            </a:r>
            <a:endParaRPr>
              <a:effectLst/>
            </a:endParaRPr>
          </a:p>
          <a:p>
            <a:pPr marL="0" algn="l">
              <a:spcBef>
                <a:spcPts val="600"/>
              </a:spcBef>
              <a:buNone/>
            </a:pPr>
            <a:r>
              <a:rPr sz="1350" b="0">
                <a:solidFill>
                  <a:srgbClr val="000000"/>
                </a:solidFill>
                <a:effectLst/>
                <a:latin typeface="Avenir"/>
              </a:rPr>
              <a:t>Communication, attitude, accountability, and ownership—especially following through, flagging delays early, and responding professionally to feedback. </a:t>
            </a:r>
            <a:endParaRPr>
              <a:effectLst/>
            </a:endParaRPr>
          </a:p>
          <a:p>
            <a:pPr marL="0" algn="l">
              <a:spcBef>
                <a:spcPts val="1500"/>
              </a:spcBef>
              <a:buNone/>
            </a:pPr>
            <a:r>
              <a:rPr sz="1350" b="1">
                <a:solidFill>
                  <a:srgbClr val="000000"/>
                </a:solidFill>
                <a:effectLst/>
                <a:latin typeface="Avenir"/>
              </a:rPr>
              <a:t>Why this surprises new grads </a:t>
            </a:r>
            <a:endParaRPr>
              <a:effectLst/>
            </a:endParaRPr>
          </a:p>
          <a:p>
            <a:pPr marL="0" algn="l">
              <a:spcBef>
                <a:spcPts val="600"/>
              </a:spcBef>
              <a:buNone/>
            </a:pPr>
            <a:r>
              <a:rPr sz="1350" b="0">
                <a:solidFill>
                  <a:srgbClr val="000000"/>
                </a:solidFill>
                <a:effectLst/>
                <a:latin typeface="Avenir"/>
              </a:rPr>
              <a:t>Companies expect to train tools and systems (80% say training is adequate). What they need is initiative to apply it—soft skills signal readiness for responsibility. </a:t>
            </a:r>
            <a:endParaRPr>
              <a:effectLst/>
            </a:endParaRPr>
          </a:p>
          <a:p>
            <a:pPr marL="0" algn="l">
              <a:spcBef>
                <a:spcPts val="1500"/>
              </a:spcBef>
              <a:buNone/>
            </a:pPr>
            <a:r>
              <a:rPr sz="1350" b="1">
                <a:solidFill>
                  <a:srgbClr val="000000"/>
                </a:solidFill>
                <a:effectLst/>
                <a:latin typeface="Avenir"/>
              </a:rPr>
              <a:t>How to use this on day one </a:t>
            </a:r>
            <a:endParaRPr>
              <a:effectLst/>
            </a:endParaRPr>
          </a:p>
          <a:p>
            <a:pPr marL="0" algn="l">
              <a:spcBef>
                <a:spcPts val="600"/>
              </a:spcBef>
              <a:buNone/>
            </a:pPr>
            <a:r>
              <a:rPr sz="1350" b="0">
                <a:solidFill>
                  <a:srgbClr val="000000"/>
                </a:solidFill>
                <a:effectLst/>
                <a:latin typeface="Avenir"/>
              </a:rPr>
              <a:t>Don’t just prove competence—show reliability, curiosity, and ownership. Those behaviors drive trust, support, and faster growth in your first year. </a:t>
            </a:r>
            <a:endParaRPr lang="en-US"/>
          </a:p>
        </p:txBody>
      </p:sp>
    </p:spTree>
    <p:extLst>
      <p:ext uri="{BB962C8B-B14F-4D97-AF65-F5344CB8AC3E}">
        <p14:creationId xmlns:p14="http://schemas.microsoft.com/office/powerpoint/2010/main" val="1843324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B926A7-7417-0D7D-49C7-EB9CFC1EF52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8A95265B-89D2-DA12-0AC5-C1F3C23D2B05}"/>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62286382-4AE2-5331-DB3A-F095DD698F9F}"/>
              </a:ext>
            </a:extLst>
          </p:cNvPr>
          <p:cNvSpPr>
            <a:spLocks noGrp="1"/>
          </p:cNvSpPr>
          <p:nvPr>
            <p:ph type="sldNum" sz="quarter" idx="12"/>
          </p:nvPr>
        </p:nvSpPr>
        <p:spPr/>
        <p:txBody>
          <a:bodyPr/>
          <a:lstStyle/>
          <a:p>
            <a:fld id="{CC057153-B650-4DEB-B370-79DDCFDCE934}" type="slidenum">
              <a:rPr lang="en-US" smtClean="0"/>
              <a:t>5</a:t>
            </a:fld>
            <a:endParaRPr lang="en-US" dirty="0"/>
          </a:p>
        </p:txBody>
      </p:sp>
      <p:pic>
        <p:nvPicPr>
          <p:cNvPr id="8" name="Content Placeholder 7">
            <a:extLst>
              <a:ext uri="{FF2B5EF4-FFF2-40B4-BE49-F238E27FC236}">
                <a16:creationId xmlns:a16="http://schemas.microsoft.com/office/drawing/2014/main" id="{AE082422-F3DD-4BDE-B358-AC27058FCD2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Defocused photo of businessmen and businesswomen sitting around a table in an office and talking about plans of world domination.">
            <a:extLst>
              <a:ext uri="{FF2B5EF4-FFF2-40B4-BE49-F238E27FC236}">
                <a16:creationId xmlns:a16="http://schemas.microsoft.com/office/drawing/2014/main" id="{0FDC5AAD-AA93-454F-A7EC-2538E56F3EF1}"/>
              </a:ext>
            </a:extLst>
          </p:cNvPr>
          <p:cNvPicPr>
            <a:picLocks noGrp="1" noChangeAspect="1"/>
          </p:cNvPicPr>
          <p:nvPr>
            <p:ph sz="quarter" idx="16"/>
          </p:nvPr>
        </p:nvPicPr>
        <p:blipFill>
          <a:blip r:embed="rId5"/>
          <a:stretch>
            <a:fillRect/>
          </a:stretch>
        </p:blipFill>
        <p:spPr>
          <a:xfrm>
            <a:off x="5334000" y="0"/>
            <a:ext cx="6858000" cy="6858000"/>
          </a:xfrm>
          <a:prstGeom prst="rect">
            <a:avLst/>
          </a:prstGeom>
        </p:spPr>
      </p:pic>
      <p:sp>
        <p:nvSpPr>
          <p:cNvPr id="10" name="TextBox 9">
            <a:extLst>
              <a:ext uri="{FF2B5EF4-FFF2-40B4-BE49-F238E27FC236}">
                <a16:creationId xmlns:a16="http://schemas.microsoft.com/office/drawing/2014/main" id="{5FA99D1E-15FA-4A3B-A06A-60150DBB134A}"/>
              </a:ext>
            </a:extLst>
          </p:cNvPr>
          <p:cNvSpPr txBox="1"/>
          <p:nvPr/>
        </p:nvSpPr>
        <p:spPr>
          <a:xfrm>
            <a:off x="619125" y="581025"/>
            <a:ext cx="4391025" cy="987325"/>
          </a:xfrm>
          <a:prstGeom prst="rect">
            <a:avLst/>
          </a:prstGeom>
          <a:noFill/>
        </p:spPr>
        <p:txBody>
          <a:bodyPr wrap="square" rtlCol="0">
            <a:normAutofit/>
          </a:bodyPr>
          <a:lstStyle/>
          <a:p>
            <a:pPr marL="0" algn="l">
              <a:buNone/>
            </a:pPr>
            <a:r>
              <a:rPr sz="3600">
                <a:solidFill>
                  <a:srgbClr val="000000"/>
                </a:solidFill>
                <a:effectLst/>
                <a:latin typeface="Mongolian Baiti" panose="03000500000000000000" pitchFamily="66" charset="0"/>
              </a:rPr>
              <a:t>What Managers Watch Day to Day </a:t>
            </a:r>
            <a:endParaRPr lang="en-US"/>
          </a:p>
        </p:txBody>
      </p:sp>
      <p:sp>
        <p:nvSpPr>
          <p:cNvPr id="11" name="TextBox 10">
            <a:extLst>
              <a:ext uri="{FF2B5EF4-FFF2-40B4-BE49-F238E27FC236}">
                <a16:creationId xmlns:a16="http://schemas.microsoft.com/office/drawing/2014/main" id="{041F5074-7BF8-49EC-ADDD-318F1D87D979}"/>
              </a:ext>
            </a:extLst>
          </p:cNvPr>
          <p:cNvSpPr txBox="1"/>
          <p:nvPr/>
        </p:nvSpPr>
        <p:spPr>
          <a:xfrm>
            <a:off x="619125" y="1835050"/>
            <a:ext cx="4391025" cy="228600"/>
          </a:xfrm>
          <a:prstGeom prst="rect">
            <a:avLst/>
          </a:prstGeom>
          <a:noFill/>
        </p:spPr>
        <p:txBody>
          <a:bodyPr wrap="square" rtlCol="0">
            <a:normAutofit/>
          </a:bodyPr>
          <a:lstStyle/>
          <a:p>
            <a:pPr marL="0" algn="l">
              <a:buNone/>
            </a:pPr>
            <a:r>
              <a:rPr sz="1500" b="1">
                <a:solidFill>
                  <a:srgbClr val="000000"/>
                </a:solidFill>
                <a:effectLst/>
                <a:latin typeface="Avenir"/>
              </a:rPr>
              <a:t>Communication </a:t>
            </a:r>
            <a:endParaRPr lang="en-US"/>
          </a:p>
        </p:txBody>
      </p:sp>
      <p:sp>
        <p:nvSpPr>
          <p:cNvPr id="12" name="TextBox 11">
            <a:extLst>
              <a:ext uri="{FF2B5EF4-FFF2-40B4-BE49-F238E27FC236}">
                <a16:creationId xmlns:a16="http://schemas.microsoft.com/office/drawing/2014/main" id="{36E1F442-2C6C-423E-8308-3C9D2A25BA1E}"/>
              </a:ext>
            </a:extLst>
          </p:cNvPr>
          <p:cNvSpPr txBox="1"/>
          <p:nvPr/>
        </p:nvSpPr>
        <p:spPr>
          <a:xfrm>
            <a:off x="619125" y="2158900"/>
            <a:ext cx="4391025" cy="714375"/>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Ask clear questions, respond promptly, and speak up when something is unclear—silence is often mistaken for understanding. </a:t>
            </a:r>
            <a:endParaRPr lang="en-US"/>
          </a:p>
        </p:txBody>
      </p:sp>
      <p:sp>
        <p:nvSpPr>
          <p:cNvPr id="13" name="TextBox 12">
            <a:extLst>
              <a:ext uri="{FF2B5EF4-FFF2-40B4-BE49-F238E27FC236}">
                <a16:creationId xmlns:a16="http://schemas.microsoft.com/office/drawing/2014/main" id="{2054444D-1AFA-4550-9D23-0FB1383D96FE}"/>
              </a:ext>
            </a:extLst>
          </p:cNvPr>
          <p:cNvSpPr txBox="1"/>
          <p:nvPr/>
        </p:nvSpPr>
        <p:spPr>
          <a:xfrm>
            <a:off x="619125" y="3025675"/>
            <a:ext cx="4391025" cy="228600"/>
          </a:xfrm>
          <a:prstGeom prst="rect">
            <a:avLst/>
          </a:prstGeom>
          <a:noFill/>
        </p:spPr>
        <p:txBody>
          <a:bodyPr wrap="square" rtlCol="0">
            <a:normAutofit/>
          </a:bodyPr>
          <a:lstStyle/>
          <a:p>
            <a:pPr marL="0" marR="0" algn="l">
              <a:spcBef>
                <a:spcPts val="1200"/>
              </a:spcBef>
              <a:buNone/>
            </a:pPr>
            <a:r>
              <a:rPr sz="1500" b="1">
                <a:solidFill>
                  <a:srgbClr val="000000"/>
                </a:solidFill>
                <a:effectLst/>
                <a:latin typeface="Avenir"/>
              </a:rPr>
              <a:t>Initiative </a:t>
            </a:r>
            <a:endParaRPr lang="en-US"/>
          </a:p>
        </p:txBody>
      </p:sp>
      <p:sp>
        <p:nvSpPr>
          <p:cNvPr id="14" name="TextBox 13">
            <a:extLst>
              <a:ext uri="{FF2B5EF4-FFF2-40B4-BE49-F238E27FC236}">
                <a16:creationId xmlns:a16="http://schemas.microsoft.com/office/drawing/2014/main" id="{338F0022-583D-4C54-A323-ABBB3669638D}"/>
              </a:ext>
            </a:extLst>
          </p:cNvPr>
          <p:cNvSpPr txBox="1"/>
          <p:nvPr/>
        </p:nvSpPr>
        <p:spPr>
          <a:xfrm>
            <a:off x="619125" y="3349525"/>
            <a:ext cx="4391025" cy="476250"/>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Try first, then check in and adjust; waiting for every step can read as low ownership. </a:t>
            </a:r>
            <a:endParaRPr lang="en-US"/>
          </a:p>
        </p:txBody>
      </p:sp>
      <p:sp>
        <p:nvSpPr>
          <p:cNvPr id="15" name="TextBox 14">
            <a:extLst>
              <a:ext uri="{FF2B5EF4-FFF2-40B4-BE49-F238E27FC236}">
                <a16:creationId xmlns:a16="http://schemas.microsoft.com/office/drawing/2014/main" id="{B0D22671-222E-4ADB-984B-B48F91BCF468}"/>
              </a:ext>
            </a:extLst>
          </p:cNvPr>
          <p:cNvSpPr txBox="1"/>
          <p:nvPr/>
        </p:nvSpPr>
        <p:spPr>
          <a:xfrm>
            <a:off x="619125" y="3978175"/>
            <a:ext cx="4391025" cy="228600"/>
          </a:xfrm>
          <a:prstGeom prst="rect">
            <a:avLst/>
          </a:prstGeom>
          <a:noFill/>
        </p:spPr>
        <p:txBody>
          <a:bodyPr wrap="square" rtlCol="0">
            <a:normAutofit/>
          </a:bodyPr>
          <a:lstStyle/>
          <a:p>
            <a:pPr marL="0" marR="0" algn="l">
              <a:spcBef>
                <a:spcPts val="1200"/>
              </a:spcBef>
              <a:buNone/>
            </a:pPr>
            <a:r>
              <a:rPr sz="1500" b="1">
                <a:solidFill>
                  <a:srgbClr val="000000"/>
                </a:solidFill>
                <a:effectLst/>
                <a:latin typeface="Avenir"/>
              </a:rPr>
              <a:t>Feedback &amp; follow-through </a:t>
            </a:r>
            <a:endParaRPr lang="en-US"/>
          </a:p>
        </p:txBody>
      </p:sp>
      <p:sp>
        <p:nvSpPr>
          <p:cNvPr id="16" name="TextBox 15">
            <a:extLst>
              <a:ext uri="{FF2B5EF4-FFF2-40B4-BE49-F238E27FC236}">
                <a16:creationId xmlns:a16="http://schemas.microsoft.com/office/drawing/2014/main" id="{9FE55404-5DAA-4540-B299-BE722F741E37}"/>
              </a:ext>
            </a:extLst>
          </p:cNvPr>
          <p:cNvSpPr txBox="1"/>
          <p:nvPr/>
        </p:nvSpPr>
        <p:spPr>
          <a:xfrm>
            <a:off x="619125" y="4302025"/>
            <a:ext cx="4391025" cy="714375"/>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Don’t get defensive; apply input and close the loop by confirming completion or next steps—this builds trust and unlocks bigger work. </a:t>
            </a:r>
            <a:endParaRPr lang="en-US"/>
          </a:p>
        </p:txBody>
      </p:sp>
    </p:spTree>
    <p:extLst>
      <p:ext uri="{BB962C8B-B14F-4D97-AF65-F5344CB8AC3E}">
        <p14:creationId xmlns:p14="http://schemas.microsoft.com/office/powerpoint/2010/main" val="988134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3B17746-2FEA-DDD1-4232-A62C559795F3}"/>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287BC7CB-6E83-8FCB-848F-821C6E34B724}"/>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46FB92DC-0AF6-D449-5E0B-FA25FFF10EEB}"/>
              </a:ext>
            </a:extLst>
          </p:cNvPr>
          <p:cNvSpPr>
            <a:spLocks noGrp="1"/>
          </p:cNvSpPr>
          <p:nvPr>
            <p:ph type="sldNum" sz="quarter" idx="12"/>
          </p:nvPr>
        </p:nvSpPr>
        <p:spPr/>
        <p:txBody>
          <a:bodyPr/>
          <a:lstStyle/>
          <a:p>
            <a:fld id="{CC057153-B650-4DEB-B370-79DDCFDCE934}" type="slidenum">
              <a:rPr lang="en-US" smtClean="0"/>
              <a:t>6</a:t>
            </a:fld>
            <a:endParaRPr lang="en-US" dirty="0"/>
          </a:p>
        </p:txBody>
      </p:sp>
      <p:pic>
        <p:nvPicPr>
          <p:cNvPr id="8" name="Content Placeholder 7">
            <a:extLst>
              <a:ext uri="{FF2B5EF4-FFF2-40B4-BE49-F238E27FC236}">
                <a16:creationId xmlns:a16="http://schemas.microsoft.com/office/drawing/2014/main" id="{5F26461E-9310-406F-AC1F-7FD1F2C6DFD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Two millennial business creatives in a meeting room for a job interview, seen through glass wall">
            <a:extLst>
              <a:ext uri="{FF2B5EF4-FFF2-40B4-BE49-F238E27FC236}">
                <a16:creationId xmlns:a16="http://schemas.microsoft.com/office/drawing/2014/main" id="{34F734DB-8C0A-42B5-A5FF-4AEB900156D6}"/>
              </a:ext>
            </a:extLst>
          </p:cNvPr>
          <p:cNvPicPr>
            <a:picLocks noGrp="1" noChangeAspect="1"/>
          </p:cNvPicPr>
          <p:nvPr>
            <p:ph sz="quarter" idx="16"/>
          </p:nvPr>
        </p:nvPicPr>
        <p:blipFill>
          <a:blip r:embed="rId5"/>
          <a:stretch>
            <a:fillRect/>
          </a:stretch>
        </p:blipFill>
        <p:spPr>
          <a:xfrm>
            <a:off x="6858000" y="800100"/>
            <a:ext cx="4724400" cy="4724400"/>
          </a:xfrm>
          <a:prstGeom prst="rect">
            <a:avLst/>
          </a:prstGeom>
        </p:spPr>
      </p:pic>
      <p:sp>
        <p:nvSpPr>
          <p:cNvPr id="10" name="TextBox 9">
            <a:extLst>
              <a:ext uri="{FF2B5EF4-FFF2-40B4-BE49-F238E27FC236}">
                <a16:creationId xmlns:a16="http://schemas.microsoft.com/office/drawing/2014/main" id="{2DC993D1-F9C8-4AEC-A0EA-0A113646CB71}"/>
              </a:ext>
            </a:extLst>
          </p:cNvPr>
          <p:cNvSpPr txBox="1"/>
          <p:nvPr/>
        </p:nvSpPr>
        <p:spPr>
          <a:xfrm>
            <a:off x="619125" y="695325"/>
            <a:ext cx="5905500" cy="1005780"/>
          </a:xfrm>
          <a:prstGeom prst="rect">
            <a:avLst/>
          </a:prstGeom>
          <a:noFill/>
        </p:spPr>
        <p:txBody>
          <a:bodyPr wrap="square" rtlCol="0">
            <a:normAutofit/>
          </a:bodyPr>
          <a:lstStyle/>
          <a:p>
            <a:pPr marL="0" algn="l">
              <a:buNone/>
            </a:pPr>
            <a:r>
              <a:rPr sz="3600" b="0">
                <a:solidFill>
                  <a:srgbClr val="000000"/>
                </a:solidFill>
                <a:effectLst/>
                <a:latin typeface="Mongolian Baiti" panose="03000500000000000000" pitchFamily="66" charset="0"/>
              </a:rPr>
              <a:t>Ownership Mentality: Reactive vs Responsible</a:t>
            </a:r>
            <a:r>
              <a:rPr>
                <a:effectLst/>
              </a:rPr>
              <a:t> </a:t>
            </a:r>
            <a:endParaRPr lang="en-US"/>
          </a:p>
        </p:txBody>
      </p:sp>
      <p:sp>
        <p:nvSpPr>
          <p:cNvPr id="11" name="TextBox 10">
            <a:extLst>
              <a:ext uri="{FF2B5EF4-FFF2-40B4-BE49-F238E27FC236}">
                <a16:creationId xmlns:a16="http://schemas.microsoft.com/office/drawing/2014/main" id="{D7050068-11C7-49C1-8AE9-EC1E7B163E45}"/>
              </a:ext>
            </a:extLst>
          </p:cNvPr>
          <p:cNvSpPr txBox="1"/>
          <p:nvPr/>
        </p:nvSpPr>
        <p:spPr>
          <a:xfrm>
            <a:off x="619125" y="1967805"/>
            <a:ext cx="5905500" cy="3086100"/>
          </a:xfrm>
          <a:prstGeom prst="rect">
            <a:avLst/>
          </a:prstGeom>
          <a:noFill/>
        </p:spPr>
        <p:txBody>
          <a:bodyPr wrap="square" rtlCol="0">
            <a:normAutofit/>
          </a:bodyPr>
          <a:lstStyle/>
          <a:p>
            <a:pPr marL="0" algn="l">
              <a:buNone/>
            </a:pPr>
            <a:r>
              <a:rPr sz="1500" b="1">
                <a:solidFill>
                  <a:srgbClr val="000000"/>
                </a:solidFill>
                <a:effectLst/>
                <a:latin typeface="Avenir"/>
              </a:rPr>
              <a:t>Reactive behavior</a:t>
            </a:r>
            <a:r>
              <a:rPr>
                <a:effectLst/>
              </a:rPr>
              <a:t> </a:t>
            </a:r>
          </a:p>
          <a:p>
            <a:pPr marL="0" algn="l">
              <a:spcBef>
                <a:spcPts val="600"/>
              </a:spcBef>
              <a:buNone/>
            </a:pPr>
            <a:r>
              <a:rPr sz="1500" b="0">
                <a:solidFill>
                  <a:srgbClr val="000000"/>
                </a:solidFill>
                <a:effectLst/>
                <a:latin typeface="Avenir"/>
              </a:rPr>
              <a:t>Waits for instructions, stays silent when confused, or assumes someone else will catch problems. </a:t>
            </a:r>
            <a:endParaRPr>
              <a:effectLst/>
            </a:endParaRPr>
          </a:p>
          <a:p>
            <a:pPr marL="0" algn="l">
              <a:spcBef>
                <a:spcPts val="1350"/>
              </a:spcBef>
              <a:buNone/>
            </a:pPr>
            <a:r>
              <a:rPr sz="1500" b="1">
                <a:solidFill>
                  <a:srgbClr val="000000"/>
                </a:solidFill>
                <a:effectLst/>
                <a:latin typeface="Avenir"/>
              </a:rPr>
              <a:t>Ownership behavior</a:t>
            </a:r>
            <a:r>
              <a:rPr>
                <a:effectLst/>
              </a:rPr>
              <a:t> </a:t>
            </a:r>
          </a:p>
          <a:p>
            <a:pPr marL="0" algn="l">
              <a:spcBef>
                <a:spcPts val="600"/>
              </a:spcBef>
              <a:buNone/>
            </a:pPr>
            <a:r>
              <a:rPr sz="1500" b="0">
                <a:solidFill>
                  <a:srgbClr val="000000"/>
                </a:solidFill>
                <a:effectLst/>
                <a:latin typeface="Avenir"/>
              </a:rPr>
              <a:t>Asks clarifying questions early, identifies next steps, and takes responsibility for outcomes—without overstepping authority. </a:t>
            </a:r>
            <a:endParaRPr>
              <a:effectLst/>
            </a:endParaRPr>
          </a:p>
          <a:p>
            <a:pPr marL="0" algn="l">
              <a:spcBef>
                <a:spcPts val="1350"/>
              </a:spcBef>
              <a:buNone/>
            </a:pPr>
            <a:r>
              <a:rPr sz="1500" b="1">
                <a:solidFill>
                  <a:srgbClr val="000000"/>
                </a:solidFill>
                <a:effectLst/>
                <a:latin typeface="Avenir"/>
              </a:rPr>
              <a:t>Why managers care</a:t>
            </a:r>
            <a:r>
              <a:rPr>
                <a:effectLst/>
              </a:rPr>
              <a:t> </a:t>
            </a:r>
          </a:p>
          <a:p>
            <a:pPr marL="0" algn="l">
              <a:spcBef>
                <a:spcPts val="600"/>
              </a:spcBef>
              <a:buNone/>
            </a:pPr>
            <a:r>
              <a:rPr sz="1500" b="0">
                <a:solidFill>
                  <a:srgbClr val="000000"/>
                </a:solidFill>
                <a:effectLst/>
                <a:latin typeface="Avenir"/>
              </a:rPr>
              <a:t>Ownership signals maturity and attitude. If a deadline is at risk: flag it early and propose a solution—earning trust and bigger opportunities. </a:t>
            </a:r>
            <a:endParaRPr lang="en-US"/>
          </a:p>
        </p:txBody>
      </p:sp>
    </p:spTree>
    <p:extLst>
      <p:ext uri="{BB962C8B-B14F-4D97-AF65-F5344CB8AC3E}">
        <p14:creationId xmlns:p14="http://schemas.microsoft.com/office/powerpoint/2010/main" val="3983626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8FB8D84-2FCC-7EF8-5DEC-74A3B9FF7CB3}"/>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89F67281-F84B-90D4-4606-E5AC95FE1EE3}"/>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C6DE63F1-0F26-13D0-B17A-ABD240242EAD}"/>
              </a:ext>
            </a:extLst>
          </p:cNvPr>
          <p:cNvSpPr>
            <a:spLocks noGrp="1"/>
          </p:cNvSpPr>
          <p:nvPr>
            <p:ph type="sldNum" sz="quarter" idx="12"/>
          </p:nvPr>
        </p:nvSpPr>
        <p:spPr/>
        <p:txBody>
          <a:bodyPr/>
          <a:lstStyle/>
          <a:p>
            <a:fld id="{CC057153-B650-4DEB-B370-79DDCFDCE934}" type="slidenum">
              <a:rPr lang="en-US" smtClean="0"/>
              <a:t>7</a:t>
            </a:fld>
            <a:endParaRPr lang="en-US" dirty="0"/>
          </a:p>
        </p:txBody>
      </p:sp>
      <p:pic>
        <p:nvPicPr>
          <p:cNvPr id="8" name="Content Placeholder 7">
            <a:extLst>
              <a:ext uri="{FF2B5EF4-FFF2-40B4-BE49-F238E27FC236}">
                <a16:creationId xmlns:a16="http://schemas.microsoft.com/office/drawing/2014/main" id="{30CCAD28-78F5-41EA-9F95-5A200D26B16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close up on man holding smartphone to opening application while searching and download data on laptop to working about futuristic of social media marketing for internet network technology and business concept">
            <a:extLst>
              <a:ext uri="{FF2B5EF4-FFF2-40B4-BE49-F238E27FC236}">
                <a16:creationId xmlns:a16="http://schemas.microsoft.com/office/drawing/2014/main" id="{6B1F2B68-2B67-4412-A1D0-880AB34F8444}"/>
              </a:ext>
            </a:extLst>
          </p:cNvPr>
          <p:cNvPicPr>
            <a:picLocks noGrp="1" noChangeAspect="1"/>
          </p:cNvPicPr>
          <p:nvPr>
            <p:ph sz="quarter" idx="16"/>
          </p:nvPr>
        </p:nvPicPr>
        <p:blipFill>
          <a:blip r:embed="rId5"/>
          <a:stretch>
            <a:fillRect/>
          </a:stretch>
        </p:blipFill>
        <p:spPr>
          <a:xfrm>
            <a:off x="0" y="0"/>
            <a:ext cx="6858000" cy="6858000"/>
          </a:xfrm>
          <a:prstGeom prst="rect">
            <a:avLst/>
          </a:prstGeom>
        </p:spPr>
      </p:pic>
      <p:sp>
        <p:nvSpPr>
          <p:cNvPr id="10" name="TextBox 9">
            <a:extLst>
              <a:ext uri="{FF2B5EF4-FFF2-40B4-BE49-F238E27FC236}">
                <a16:creationId xmlns:a16="http://schemas.microsoft.com/office/drawing/2014/main" id="{47F6C53B-8EF0-458A-A1D8-67D956B6B94C}"/>
              </a:ext>
            </a:extLst>
          </p:cNvPr>
          <p:cNvSpPr txBox="1"/>
          <p:nvPr/>
        </p:nvSpPr>
        <p:spPr>
          <a:xfrm>
            <a:off x="7200900" y="542925"/>
            <a:ext cx="4391025" cy="7670601"/>
          </a:xfrm>
          <a:prstGeom prst="rect">
            <a:avLst/>
          </a:prstGeom>
          <a:noFill/>
        </p:spPr>
        <p:txBody>
          <a:bodyPr wrap="square" rtlCol="0">
            <a:normAutofit/>
          </a:bodyPr>
          <a:lstStyle/>
          <a:p>
            <a:pPr marL="0" algn="l">
              <a:buNone/>
            </a:pPr>
            <a:r>
              <a:rPr sz="8250">
                <a:solidFill>
                  <a:srgbClr val="000000"/>
                </a:solidFill>
                <a:effectLst/>
                <a:latin typeface="Mongolian Baiti" panose="03000500000000000000" pitchFamily="66" charset="0"/>
              </a:rPr>
              <a:t>Digital Professionalism: </a:t>
            </a:r>
            <a:endParaRPr>
              <a:effectLst/>
            </a:endParaRPr>
          </a:p>
          <a:p>
            <a:pPr marL="0" algn="l">
              <a:spcBef>
                <a:spcPts val="750"/>
              </a:spcBef>
              <a:buNone/>
            </a:pPr>
            <a:r>
              <a:rPr sz="8250">
                <a:solidFill>
                  <a:srgbClr val="000000"/>
                </a:solidFill>
                <a:effectLst/>
                <a:latin typeface="Mongolian Baiti" panose="03000500000000000000" pitchFamily="66" charset="0"/>
              </a:rPr>
              <a:t>Your Online Presence </a:t>
            </a:r>
            <a:endParaRPr>
              <a:effectLst/>
            </a:endParaRPr>
          </a:p>
          <a:p>
            <a:pPr marL="0" algn="l">
              <a:spcBef>
                <a:spcPts val="750"/>
              </a:spcBef>
              <a:buNone/>
            </a:pPr>
            <a:r>
              <a:rPr sz="8250">
                <a:solidFill>
                  <a:srgbClr val="000000"/>
                </a:solidFill>
                <a:effectLst/>
                <a:latin typeface="Mongolian Baiti" panose="03000500000000000000" pitchFamily="66" charset="0"/>
              </a:rPr>
              <a:t>Is Your Brand </a:t>
            </a:r>
            <a:endParaRPr lang="en-US"/>
          </a:p>
        </p:txBody>
      </p:sp>
      <p:sp>
        <p:nvSpPr>
          <p:cNvPr id="11" name="TextBox 10">
            <a:extLst>
              <a:ext uri="{FF2B5EF4-FFF2-40B4-BE49-F238E27FC236}">
                <a16:creationId xmlns:a16="http://schemas.microsoft.com/office/drawing/2014/main" id="{1ED5DC37-3BFE-45FC-A7B4-2F43298F1CAF}"/>
              </a:ext>
            </a:extLst>
          </p:cNvPr>
          <p:cNvSpPr txBox="1"/>
          <p:nvPr/>
        </p:nvSpPr>
        <p:spPr>
          <a:xfrm>
            <a:off x="7200900" y="8423076"/>
            <a:ext cx="4391025" cy="6857255"/>
          </a:xfrm>
          <a:prstGeom prst="rect">
            <a:avLst/>
          </a:prstGeom>
          <a:noFill/>
        </p:spPr>
        <p:txBody>
          <a:bodyPr wrap="square" rtlCol="0">
            <a:normAutofit/>
          </a:bodyPr>
          <a:lstStyle/>
          <a:p>
            <a:pPr marL="0" algn="l">
              <a:buNone/>
            </a:pPr>
            <a:r>
              <a:rPr sz="1800" b="1">
                <a:solidFill>
                  <a:srgbClr val="000000"/>
                </a:solidFill>
                <a:effectLst/>
                <a:latin typeface="Avenir"/>
              </a:rPr>
              <a:t>What employers see </a:t>
            </a:r>
            <a:endParaRPr>
              <a:effectLst/>
            </a:endParaRPr>
          </a:p>
          <a:p>
            <a:pPr marL="0" algn="l">
              <a:spcBef>
                <a:spcPts val="750"/>
              </a:spcBef>
              <a:buNone/>
            </a:pPr>
            <a:r>
              <a:rPr sz="1800" b="0">
                <a:solidFill>
                  <a:srgbClr val="000000"/>
                </a:solidFill>
                <a:effectLst/>
                <a:latin typeface="Avenir"/>
              </a:rPr>
              <a:t>Employers often search candidates online—especially early in a career. One out-of-context post or an unprofessional profile may become the only impression. </a:t>
            </a:r>
            <a:endParaRPr>
              <a:effectLst/>
            </a:endParaRPr>
          </a:p>
          <a:p>
            <a:pPr marL="0" algn="l">
              <a:spcBef>
                <a:spcPts val="1350"/>
              </a:spcBef>
              <a:buNone/>
            </a:pPr>
            <a:r>
              <a:rPr sz="1800" b="1">
                <a:solidFill>
                  <a:srgbClr val="000000"/>
                </a:solidFill>
                <a:effectLst/>
                <a:latin typeface="Avenir"/>
              </a:rPr>
              <a:t>Signals you send </a:t>
            </a:r>
            <a:endParaRPr>
              <a:effectLst/>
            </a:endParaRPr>
          </a:p>
          <a:p>
            <a:pPr marL="0" algn="l">
              <a:spcBef>
                <a:spcPts val="750"/>
              </a:spcBef>
              <a:buNone/>
            </a:pPr>
            <a:r>
              <a:rPr sz="1800" b="0">
                <a:solidFill>
                  <a:srgbClr val="000000"/>
                </a:solidFill>
                <a:effectLst/>
                <a:latin typeface="Avenir"/>
              </a:rPr>
              <a:t>Digital professionalism includes what you post, share, and leave outdated. A poorly maintained LinkedIn profile or slow responsiveness can read as disengagement. </a:t>
            </a:r>
            <a:endParaRPr>
              <a:effectLst/>
            </a:endParaRPr>
          </a:p>
          <a:p>
            <a:pPr marL="0" algn="l">
              <a:spcBef>
                <a:spcPts val="1350"/>
              </a:spcBef>
              <a:buNone/>
            </a:pPr>
            <a:r>
              <a:rPr sz="1800" b="1">
                <a:solidFill>
                  <a:srgbClr val="000000"/>
                </a:solidFill>
                <a:effectLst/>
                <a:latin typeface="Avenir"/>
              </a:rPr>
              <a:t>Be intentional </a:t>
            </a:r>
            <a:endParaRPr>
              <a:effectLst/>
            </a:endParaRPr>
          </a:p>
          <a:p>
            <a:pPr marL="0" algn="l">
              <a:spcBef>
                <a:spcPts val="750"/>
              </a:spcBef>
              <a:buNone/>
            </a:pPr>
            <a:r>
              <a:rPr sz="1800" b="0">
                <a:solidFill>
                  <a:srgbClr val="000000"/>
                </a:solidFill>
                <a:effectLst/>
                <a:latin typeface="Avenir"/>
              </a:rPr>
              <a:t>You don’t have to hide your personality—just ask if a manager or client could see it. Treat your presence as part of your professional behavior. </a:t>
            </a:r>
            <a:endParaRPr lang="en-US"/>
          </a:p>
        </p:txBody>
      </p:sp>
    </p:spTree>
    <p:extLst>
      <p:ext uri="{BB962C8B-B14F-4D97-AF65-F5344CB8AC3E}">
        <p14:creationId xmlns:p14="http://schemas.microsoft.com/office/powerpoint/2010/main" val="1157381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534E9D7-EFBA-EB43-8EE1-9A8A0037358A}"/>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B406E1DA-F263-AAE5-338A-AD083E43E705}"/>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9D8EAE9B-32FC-1D21-705F-34D29EF09952}"/>
              </a:ext>
            </a:extLst>
          </p:cNvPr>
          <p:cNvSpPr>
            <a:spLocks noGrp="1"/>
          </p:cNvSpPr>
          <p:nvPr>
            <p:ph type="sldNum" sz="quarter" idx="12"/>
          </p:nvPr>
        </p:nvSpPr>
        <p:spPr/>
        <p:txBody>
          <a:bodyPr/>
          <a:lstStyle/>
          <a:p>
            <a:fld id="{CC057153-B650-4DEB-B370-79DDCFDCE934}" type="slidenum">
              <a:rPr lang="en-US" smtClean="0"/>
              <a:t>8</a:t>
            </a:fld>
            <a:endParaRPr lang="en-US" dirty="0"/>
          </a:p>
        </p:txBody>
      </p:sp>
      <p:pic>
        <p:nvPicPr>
          <p:cNvPr id="8" name="Content Placeholder 7">
            <a:extLst>
              <a:ext uri="{FF2B5EF4-FFF2-40B4-BE49-F238E27FC236}">
                <a16:creationId xmlns:a16="http://schemas.microsoft.com/office/drawing/2014/main" id="{CDA57249-4C19-4455-AA3A-C23C7B56306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7" name="Content Placeholder 6">
            <a:extLst>
              <a:ext uri="{FF2B5EF4-FFF2-40B4-BE49-F238E27FC236}">
                <a16:creationId xmlns:a16="http://schemas.microsoft.com/office/drawing/2014/main" id="{05044719-D8C3-8AB4-B72A-5244F8880D4B}"/>
              </a:ext>
            </a:extLst>
          </p:cNvPr>
          <p:cNvSpPr>
            <a:spLocks noGrp="1"/>
          </p:cNvSpPr>
          <p:nvPr>
            <p:ph sz="quarter" idx="16"/>
          </p:nvPr>
        </p:nvSpPr>
        <p:spPr>
          <a:xfrm>
            <a:off x="619125" y="1038225"/>
            <a:ext cx="10972800" cy="502890"/>
          </a:xfrm>
        </p:spPr>
        <p:txBody>
          <a:bodyPr/>
          <a:lstStyle/>
          <a:p>
            <a:pPr marL="0" indent="0" algn="l">
              <a:buNone/>
            </a:pPr>
            <a:r>
              <a:rPr sz="3600" b="0">
                <a:solidFill>
                  <a:srgbClr val="000000"/>
                </a:solidFill>
                <a:effectLst/>
                <a:latin typeface="Mongolian Baiti" panose="03000500000000000000" pitchFamily="66" charset="0"/>
              </a:rPr>
              <a:t>Tough vs. Toxic: Tell the Difference</a:t>
            </a:r>
            <a:r>
              <a:rPr>
                <a:effectLst/>
              </a:rPr>
              <a:t> </a:t>
            </a:r>
            <a:endParaRPr lang="en-US"/>
          </a:p>
        </p:txBody>
      </p:sp>
      <p:sp>
        <p:nvSpPr>
          <p:cNvPr id="9" name="TextBox 8">
            <a:extLst>
              <a:ext uri="{FF2B5EF4-FFF2-40B4-BE49-F238E27FC236}">
                <a16:creationId xmlns:a16="http://schemas.microsoft.com/office/drawing/2014/main" id="{109478D3-8593-49BA-A62F-FF6B429206E0}"/>
              </a:ext>
            </a:extLst>
          </p:cNvPr>
          <p:cNvSpPr txBox="1"/>
          <p:nvPr/>
        </p:nvSpPr>
        <p:spPr>
          <a:xfrm>
            <a:off x="619125" y="2289720"/>
            <a:ext cx="4476750" cy="1565671"/>
          </a:xfrm>
          <a:prstGeom prst="rect">
            <a:avLst/>
          </a:prstGeom>
          <a:noFill/>
        </p:spPr>
        <p:txBody>
          <a:bodyPr wrap="square" rtlCol="0">
            <a:normAutofit/>
          </a:bodyPr>
          <a:lstStyle/>
          <a:p>
            <a:pPr marL="0" algn="l">
              <a:buNone/>
            </a:pPr>
            <a:r>
              <a:rPr sz="1500" b="1">
                <a:solidFill>
                  <a:srgbClr val="000000"/>
                </a:solidFill>
                <a:effectLst/>
                <a:latin typeface="Avenir"/>
              </a:rPr>
              <a:t>Tough (High Expectations)</a:t>
            </a:r>
            <a:r>
              <a:rPr>
                <a:effectLst/>
              </a:rPr>
              <a:t> </a:t>
            </a:r>
          </a:p>
          <a:p>
            <a:pPr marL="0" algn="l">
              <a:spcBef>
                <a:spcPts val="900"/>
              </a:spcBef>
              <a:buNone/>
            </a:pPr>
            <a:r>
              <a:rPr sz="1350" b="0">
                <a:solidFill>
                  <a:srgbClr val="000000"/>
                </a:solidFill>
                <a:effectLst/>
                <a:latin typeface="Avenir"/>
              </a:rPr>
              <a:t>• Clear standards and accountability</a:t>
            </a:r>
            <a:r>
              <a:rPr>
                <a:effectLst/>
              </a:rPr>
              <a:t> </a:t>
            </a:r>
          </a:p>
          <a:p>
            <a:pPr marL="0" algn="l">
              <a:spcBef>
                <a:spcPts val="600"/>
              </a:spcBef>
              <a:buNone/>
            </a:pPr>
            <a:r>
              <a:rPr sz="1350" b="0">
                <a:solidFill>
                  <a:srgbClr val="000000"/>
                </a:solidFill>
                <a:effectLst/>
                <a:latin typeface="Avenir"/>
              </a:rPr>
              <a:t>• Frequent feedback and coaching</a:t>
            </a:r>
            <a:r>
              <a:rPr>
                <a:effectLst/>
              </a:rPr>
              <a:t> </a:t>
            </a:r>
          </a:p>
          <a:p>
            <a:pPr marL="0" algn="l">
              <a:spcBef>
                <a:spcPts val="600"/>
              </a:spcBef>
              <a:buNone/>
            </a:pPr>
            <a:r>
              <a:rPr sz="1350" b="0">
                <a:solidFill>
                  <a:srgbClr val="000000"/>
                </a:solidFill>
                <a:effectLst/>
                <a:latin typeface="Avenir"/>
              </a:rPr>
              <a:t>• Fairness, respect, and learning</a:t>
            </a:r>
            <a:r>
              <a:rPr>
                <a:effectLst/>
              </a:rPr>
              <a:t> </a:t>
            </a:r>
          </a:p>
          <a:p>
            <a:pPr marL="0" algn="l">
              <a:spcBef>
                <a:spcPts val="600"/>
              </a:spcBef>
              <a:buNone/>
            </a:pPr>
            <a:r>
              <a:rPr sz="1350" b="0">
                <a:solidFill>
                  <a:srgbClr val="000000"/>
                </a:solidFill>
                <a:effectLst/>
                <a:latin typeface="Avenir"/>
              </a:rPr>
              <a:t>• Stress is situational; growth is supported</a:t>
            </a:r>
            <a:r>
              <a:rPr>
                <a:effectLst/>
              </a:rPr>
              <a:t> </a:t>
            </a:r>
            <a:endParaRPr lang="en-US"/>
          </a:p>
        </p:txBody>
      </p:sp>
      <p:sp>
        <p:nvSpPr>
          <p:cNvPr id="10" name="TextBox 9">
            <a:extLst>
              <a:ext uri="{FF2B5EF4-FFF2-40B4-BE49-F238E27FC236}">
                <a16:creationId xmlns:a16="http://schemas.microsoft.com/office/drawing/2014/main" id="{E614C125-FECB-4123-AE0C-CD08A82BF3EE}"/>
              </a:ext>
            </a:extLst>
          </p:cNvPr>
          <p:cNvSpPr txBox="1"/>
          <p:nvPr/>
        </p:nvSpPr>
        <p:spPr>
          <a:xfrm>
            <a:off x="5553075" y="2289720"/>
            <a:ext cx="4476750" cy="1565671"/>
          </a:xfrm>
          <a:prstGeom prst="rect">
            <a:avLst/>
          </a:prstGeom>
          <a:noFill/>
        </p:spPr>
        <p:txBody>
          <a:bodyPr wrap="square" rtlCol="0">
            <a:normAutofit/>
          </a:bodyPr>
          <a:lstStyle/>
          <a:p>
            <a:pPr marL="0" algn="l">
              <a:buNone/>
            </a:pPr>
            <a:r>
              <a:rPr sz="1500" b="1">
                <a:solidFill>
                  <a:srgbClr val="000000"/>
                </a:solidFill>
                <a:effectLst/>
                <a:latin typeface="Avenir"/>
              </a:rPr>
              <a:t>Toxic (Persistent Harm)</a:t>
            </a:r>
            <a:r>
              <a:rPr>
                <a:effectLst/>
              </a:rPr>
              <a:t> </a:t>
            </a:r>
          </a:p>
          <a:p>
            <a:pPr marL="0" algn="l">
              <a:spcBef>
                <a:spcPts val="900"/>
              </a:spcBef>
              <a:buNone/>
            </a:pPr>
            <a:r>
              <a:rPr sz="1350" b="0">
                <a:solidFill>
                  <a:srgbClr val="000000"/>
                </a:solidFill>
                <a:effectLst/>
                <a:latin typeface="Avenir"/>
              </a:rPr>
              <a:t>• Unfairness, harassment, discrimination</a:t>
            </a:r>
            <a:r>
              <a:rPr>
                <a:effectLst/>
              </a:rPr>
              <a:t> </a:t>
            </a:r>
          </a:p>
          <a:p>
            <a:pPr marL="0" algn="l">
              <a:spcBef>
                <a:spcPts val="600"/>
              </a:spcBef>
              <a:buNone/>
            </a:pPr>
            <a:r>
              <a:rPr sz="1350" b="0">
                <a:solidFill>
                  <a:srgbClr val="000000"/>
                </a:solidFill>
                <a:effectLst/>
                <a:latin typeface="Avenir"/>
              </a:rPr>
              <a:t>• Poor leadership (common in toxic workplaces)</a:t>
            </a:r>
            <a:r>
              <a:rPr>
                <a:effectLst/>
              </a:rPr>
              <a:t> </a:t>
            </a:r>
          </a:p>
          <a:p>
            <a:pPr marL="0" algn="l">
              <a:spcBef>
                <a:spcPts val="600"/>
              </a:spcBef>
              <a:buNone/>
            </a:pPr>
            <a:r>
              <a:rPr sz="1350" b="0">
                <a:solidFill>
                  <a:srgbClr val="000000"/>
                </a:solidFill>
                <a:effectLst/>
                <a:latin typeface="Avenir"/>
              </a:rPr>
              <a:t>• Chronic burnout; dignity and safety erode</a:t>
            </a:r>
            <a:r>
              <a:rPr>
                <a:effectLst/>
              </a:rPr>
              <a:t> </a:t>
            </a:r>
          </a:p>
          <a:p>
            <a:pPr marL="0" algn="l">
              <a:spcBef>
                <a:spcPts val="600"/>
              </a:spcBef>
              <a:buNone/>
            </a:pPr>
            <a:r>
              <a:rPr sz="1350" b="0">
                <a:solidFill>
                  <a:srgbClr val="000000"/>
                </a:solidFill>
                <a:effectLst/>
                <a:latin typeface="Avenir"/>
              </a:rPr>
              <a:t>• Heavy workload + low support + unfair treatment</a:t>
            </a:r>
            <a:r>
              <a:rPr>
                <a:effectLst/>
              </a:rPr>
              <a:t> </a:t>
            </a:r>
            <a:endParaRPr lang="en-US"/>
          </a:p>
        </p:txBody>
      </p:sp>
    </p:spTree>
    <p:extLst>
      <p:ext uri="{BB962C8B-B14F-4D97-AF65-F5344CB8AC3E}">
        <p14:creationId xmlns:p14="http://schemas.microsoft.com/office/powerpoint/2010/main" val="1365138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02DC871-941E-28FD-98F5-9C61EB0BC106}"/>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6DC0AF95-5504-6199-1275-EE73FFC8FA77}"/>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38D29811-332F-3E7A-3D2A-1F312768D038}"/>
              </a:ext>
            </a:extLst>
          </p:cNvPr>
          <p:cNvSpPr>
            <a:spLocks noGrp="1"/>
          </p:cNvSpPr>
          <p:nvPr>
            <p:ph type="sldNum" sz="quarter" idx="12"/>
          </p:nvPr>
        </p:nvSpPr>
        <p:spPr/>
        <p:txBody>
          <a:bodyPr/>
          <a:lstStyle/>
          <a:p>
            <a:fld id="{CC057153-B650-4DEB-B370-79DDCFDCE934}" type="slidenum">
              <a:rPr lang="en-US" smtClean="0"/>
              <a:t>9</a:t>
            </a:fld>
            <a:endParaRPr lang="en-US" dirty="0"/>
          </a:p>
        </p:txBody>
      </p:sp>
      <p:pic>
        <p:nvPicPr>
          <p:cNvPr id="8" name="Content Placeholder 7">
            <a:extLst>
              <a:ext uri="{FF2B5EF4-FFF2-40B4-BE49-F238E27FC236}">
                <a16:creationId xmlns:a16="http://schemas.microsoft.com/office/drawing/2014/main" id="{55D97B42-C806-4E0E-9B89-E7524F3C8927}"/>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a:extLst>
              <a:ext uri="{FF2B5EF4-FFF2-40B4-BE49-F238E27FC236}">
                <a16:creationId xmlns:a16="http://schemas.microsoft.com/office/drawing/2014/main" id="{D4B3BCEF-3241-42A7-A3CC-C4D95DABDD14}"/>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609600" y="1495425"/>
            <a:ext cx="5905500" cy="5143500"/>
          </a:xfrm>
          <a:prstGeom prst="rect">
            <a:avLst/>
          </a:prstGeom>
        </p:spPr>
      </p:pic>
      <p:pic>
        <p:nvPicPr>
          <p:cNvPr id="10" name="Graphic 9">
            <a:extLst>
              <a:ext uri="{FF2B5EF4-FFF2-40B4-BE49-F238E27FC236}">
                <a16:creationId xmlns:a16="http://schemas.microsoft.com/office/drawing/2014/main" id="{AAE52E06-BA62-4221-B3FC-61D82A36A1E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6300" y="4859387"/>
            <a:ext cx="5372100" cy="1428750"/>
          </a:xfrm>
          <a:prstGeom prst="rect">
            <a:avLst/>
          </a:prstGeom>
        </p:spPr>
      </p:pic>
      <p:pic>
        <p:nvPicPr>
          <p:cNvPr id="11" name="Picture 10" descr="Sad offended young girl sitting in retro armchair and talking with old man, father on light background. Concept of personal problems, mentality, psychology, care, emotions, relation. Artwork.">
            <a:extLst>
              <a:ext uri="{FF2B5EF4-FFF2-40B4-BE49-F238E27FC236}">
                <a16:creationId xmlns:a16="http://schemas.microsoft.com/office/drawing/2014/main" id="{41718232-C7F7-427E-9C12-E3A3F6F97D28}"/>
              </a:ext>
            </a:extLst>
          </p:cNvPr>
          <p:cNvPicPr>
            <a:picLocks noChangeAspect="1"/>
          </p:cNvPicPr>
          <p:nvPr/>
        </p:nvPicPr>
        <p:blipFill>
          <a:blip r:embed="rId9"/>
          <a:stretch>
            <a:fillRect/>
          </a:stretch>
        </p:blipFill>
        <p:spPr>
          <a:xfrm>
            <a:off x="6819900" y="1495425"/>
            <a:ext cx="4762500" cy="5143500"/>
          </a:xfrm>
          <a:prstGeom prst="rect">
            <a:avLst/>
          </a:prstGeom>
        </p:spPr>
      </p:pic>
      <p:sp>
        <p:nvSpPr>
          <p:cNvPr id="12" name="TextBox 11">
            <a:extLst>
              <a:ext uri="{FF2B5EF4-FFF2-40B4-BE49-F238E27FC236}">
                <a16:creationId xmlns:a16="http://schemas.microsoft.com/office/drawing/2014/main" id="{4A9A2820-8605-47DA-8217-E7C377AFB8EC}"/>
              </a:ext>
            </a:extLst>
          </p:cNvPr>
          <p:cNvSpPr txBox="1"/>
          <p:nvPr/>
        </p:nvSpPr>
        <p:spPr>
          <a:xfrm>
            <a:off x="609600" y="466725"/>
            <a:ext cx="10972800" cy="639960"/>
          </a:xfrm>
          <a:prstGeom prst="rect">
            <a:avLst/>
          </a:prstGeom>
          <a:noFill/>
        </p:spPr>
        <p:txBody>
          <a:bodyPr wrap="square" rtlCol="0">
            <a:normAutofit/>
          </a:bodyPr>
          <a:lstStyle/>
          <a:p>
            <a:pPr marL="0" marR="0" algn="l">
              <a:buNone/>
            </a:pPr>
            <a:r>
              <a:rPr sz="4800" b="0">
                <a:solidFill>
                  <a:srgbClr val="000000"/>
                </a:solidFill>
                <a:effectLst/>
                <a:latin typeface="Mongolian Baiti" panose="03000500000000000000" pitchFamily="66" charset="0"/>
              </a:rPr>
              <a:t>The Mental Health Communication Gap </a:t>
            </a:r>
            <a:endParaRPr lang="en-US"/>
          </a:p>
        </p:txBody>
      </p:sp>
      <p:sp>
        <p:nvSpPr>
          <p:cNvPr id="13" name="TextBox 12">
            <a:extLst>
              <a:ext uri="{FF2B5EF4-FFF2-40B4-BE49-F238E27FC236}">
                <a16:creationId xmlns:a16="http://schemas.microsoft.com/office/drawing/2014/main" id="{B150D412-AB9E-48B8-9331-06E7CA43F2D6}"/>
              </a:ext>
            </a:extLst>
          </p:cNvPr>
          <p:cNvSpPr txBox="1"/>
          <p:nvPr/>
        </p:nvSpPr>
        <p:spPr>
          <a:xfrm>
            <a:off x="876300" y="1762125"/>
            <a:ext cx="5905500" cy="2868662"/>
          </a:xfrm>
          <a:prstGeom prst="rect">
            <a:avLst/>
          </a:prstGeom>
          <a:noFill/>
        </p:spPr>
        <p:txBody>
          <a:bodyPr wrap="square" rtlCol="0">
            <a:normAutofit/>
          </a:bodyPr>
          <a:lstStyle/>
          <a:p>
            <a:pPr marL="0" algn="l">
              <a:spcBef>
                <a:spcPts val="2100"/>
              </a:spcBef>
              <a:spcAft>
                <a:spcPts val="1800"/>
              </a:spcAft>
              <a:buNone/>
            </a:pPr>
            <a:r>
              <a:rPr sz="1800" b="0">
                <a:solidFill>
                  <a:srgbClr val="000000"/>
                </a:solidFill>
                <a:effectLst/>
                <a:latin typeface="Avenir"/>
              </a:rPr>
              <a:t>Many early-career employees expect openness about mental wellness, but feel uncertain bringing it up with managers—creating frustration on both sides. </a:t>
            </a:r>
            <a:endParaRPr>
              <a:effectLst/>
            </a:endParaRPr>
          </a:p>
          <a:p>
            <a:pPr marL="0" algn="l">
              <a:spcBef>
                <a:spcPts val="1350"/>
              </a:spcBef>
              <a:spcAft>
                <a:spcPts val="1800"/>
              </a:spcAft>
              <a:buNone/>
            </a:pPr>
            <a:r>
              <a:rPr sz="1500" b="0">
                <a:solidFill>
                  <a:srgbClr val="000000"/>
                </a:solidFill>
                <a:effectLst/>
                <a:latin typeface="Avenir"/>
              </a:rPr>
              <a:t>Managers often want to help, while also balancing operational demands. Conversations work best when paired with solution-oriented requests that protect performance. </a:t>
            </a:r>
            <a:endParaRPr>
              <a:effectLst/>
            </a:endParaRPr>
          </a:p>
          <a:p>
            <a:pPr marL="0" algn="l">
              <a:spcBef>
                <a:spcPts val="1350"/>
              </a:spcBef>
              <a:spcAft>
                <a:spcPts val="1800"/>
              </a:spcAft>
              <a:buNone/>
            </a:pPr>
            <a:r>
              <a:rPr sz="1500" b="0">
                <a:solidFill>
                  <a:srgbClr val="000000"/>
                </a:solidFill>
                <a:effectLst/>
                <a:latin typeface="Avenir"/>
              </a:rPr>
              <a:t>Professional maturity means communicating needs clearly, respectfully, and realistically—building trust and reducing misunderstandings in evaluations. </a:t>
            </a:r>
            <a:endParaRPr lang="en-US"/>
          </a:p>
        </p:txBody>
      </p:sp>
      <p:sp>
        <p:nvSpPr>
          <p:cNvPr id="14" name="TextBox 13">
            <a:extLst>
              <a:ext uri="{FF2B5EF4-FFF2-40B4-BE49-F238E27FC236}">
                <a16:creationId xmlns:a16="http://schemas.microsoft.com/office/drawing/2014/main" id="{45552B96-F445-4FFA-80E9-C64D820522C6}"/>
              </a:ext>
            </a:extLst>
          </p:cNvPr>
          <p:cNvSpPr txBox="1"/>
          <p:nvPr/>
        </p:nvSpPr>
        <p:spPr>
          <a:xfrm>
            <a:off x="1047750" y="5011787"/>
            <a:ext cx="5372100" cy="1055191"/>
          </a:xfrm>
          <a:prstGeom prst="rect">
            <a:avLst/>
          </a:prstGeom>
          <a:noFill/>
        </p:spPr>
        <p:txBody>
          <a:bodyPr wrap="square" rtlCol="0">
            <a:normAutofit/>
          </a:bodyPr>
          <a:lstStyle/>
          <a:p>
            <a:pPr marL="0" algn="l">
              <a:spcBef>
                <a:spcPts val="1200"/>
              </a:spcBef>
              <a:spcAft>
                <a:spcPts val="1050"/>
              </a:spcAft>
              <a:buNone/>
            </a:pPr>
            <a:r>
              <a:rPr sz="3600" b="0">
                <a:solidFill>
                  <a:srgbClr val="D27B07"/>
                </a:solidFill>
                <a:effectLst/>
                <a:latin typeface="Mongolian Baiti" panose="03000500000000000000" pitchFamily="66" charset="0"/>
              </a:rPr>
              <a:t>92% </a:t>
            </a:r>
            <a:r>
              <a:rPr sz="1500" b="0">
                <a:solidFill>
                  <a:srgbClr val="000000"/>
                </a:solidFill>
                <a:effectLst/>
                <a:latin typeface="Avenir"/>
              </a:rPr>
              <a:t>want to discuss mental wellness at work </a:t>
            </a:r>
            <a:endParaRPr>
              <a:effectLst/>
            </a:endParaRPr>
          </a:p>
          <a:p>
            <a:pPr marL="0" algn="l">
              <a:spcBef>
                <a:spcPts val="750"/>
              </a:spcBef>
              <a:spcAft>
                <a:spcPts val="1050"/>
              </a:spcAft>
              <a:buNone/>
            </a:pPr>
            <a:r>
              <a:rPr sz="3600" b="0">
                <a:solidFill>
                  <a:srgbClr val="D27B07"/>
                </a:solidFill>
                <a:effectLst/>
                <a:latin typeface="Mongolian Baiti" panose="03000500000000000000" pitchFamily="66" charset="0"/>
              </a:rPr>
              <a:t>56% </a:t>
            </a:r>
            <a:r>
              <a:rPr sz="1500" b="0">
                <a:solidFill>
                  <a:srgbClr val="000000"/>
                </a:solidFill>
                <a:effectLst/>
                <a:latin typeface="Avenir"/>
              </a:rPr>
              <a:t>feel comfortable doing so with their managers </a:t>
            </a:r>
            <a:endParaRPr lang="en-US"/>
          </a:p>
        </p:txBody>
      </p:sp>
    </p:spTree>
    <p:extLst>
      <p:ext uri="{BB962C8B-B14F-4D97-AF65-F5344CB8AC3E}">
        <p14:creationId xmlns:p14="http://schemas.microsoft.com/office/powerpoint/2010/main" val="973290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CD4780-B3A1-1C95-4CE1-120084050BD3}"/>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DC4898DB-95B7-B5B7-8A7A-F4E5EA3BCD77}"/>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809726DB-F9E0-E0E2-F6AA-97C29A4A91BE}"/>
              </a:ext>
            </a:extLst>
          </p:cNvPr>
          <p:cNvSpPr>
            <a:spLocks noGrp="1"/>
          </p:cNvSpPr>
          <p:nvPr>
            <p:ph type="sldNum" sz="quarter" idx="12"/>
          </p:nvPr>
        </p:nvSpPr>
        <p:spPr/>
        <p:txBody>
          <a:bodyPr/>
          <a:lstStyle/>
          <a:p>
            <a:fld id="{CC057153-B650-4DEB-B370-79DDCFDCE934}" type="slidenum">
              <a:rPr lang="en-US" smtClean="0"/>
              <a:t>10</a:t>
            </a:fld>
            <a:endParaRPr lang="en-US" dirty="0"/>
          </a:p>
        </p:txBody>
      </p:sp>
      <p:pic>
        <p:nvPicPr>
          <p:cNvPr id="8" name="Content Placeholder 7">
            <a:extLst>
              <a:ext uri="{FF2B5EF4-FFF2-40B4-BE49-F238E27FC236}">
                <a16:creationId xmlns:a16="http://schemas.microsoft.com/office/drawing/2014/main" id="{19A217B3-0113-482B-80C6-56B1D31CBC32}"/>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Survey form concept. Questionnaire with checkboxes, filling survey form online, answer questions of test. Education futuristic technology and learning concept.">
            <a:extLst>
              <a:ext uri="{FF2B5EF4-FFF2-40B4-BE49-F238E27FC236}">
                <a16:creationId xmlns:a16="http://schemas.microsoft.com/office/drawing/2014/main" id="{DC8FF1FF-02CF-4D30-BBEE-6DDCE006381F}"/>
              </a:ext>
            </a:extLst>
          </p:cNvPr>
          <p:cNvPicPr>
            <a:picLocks noGrp="1" noChangeAspect="1"/>
          </p:cNvPicPr>
          <p:nvPr>
            <p:ph sz="quarter" idx="16"/>
          </p:nvPr>
        </p:nvPicPr>
        <p:blipFill>
          <a:blip r:embed="rId5"/>
          <a:stretch>
            <a:fillRect/>
          </a:stretch>
        </p:blipFill>
        <p:spPr>
          <a:xfrm>
            <a:off x="618083" y="1541115"/>
            <a:ext cx="3408312" cy="3408312"/>
          </a:xfrm>
          <a:prstGeom prst="rect">
            <a:avLst/>
          </a:prstGeom>
        </p:spPr>
      </p:pic>
      <p:pic>
        <p:nvPicPr>
          <p:cNvPr id="10" name="Picture 9" descr="Full length shot of young businessman walking past his coworker that is using a standing desk in a modern open plan office space.">
            <a:extLst>
              <a:ext uri="{FF2B5EF4-FFF2-40B4-BE49-F238E27FC236}">
                <a16:creationId xmlns:a16="http://schemas.microsoft.com/office/drawing/2014/main" id="{ADA1C9EE-7DF5-41F3-9724-A6CC929A5FEA}"/>
              </a:ext>
            </a:extLst>
          </p:cNvPr>
          <p:cNvPicPr>
            <a:picLocks noChangeAspect="1"/>
          </p:cNvPicPr>
          <p:nvPr/>
        </p:nvPicPr>
        <p:blipFill>
          <a:blip r:embed="rId6"/>
          <a:stretch>
            <a:fillRect/>
          </a:stretch>
        </p:blipFill>
        <p:spPr>
          <a:xfrm>
            <a:off x="4208859" y="1541115"/>
            <a:ext cx="3408312" cy="3408312"/>
          </a:xfrm>
          <a:prstGeom prst="rect">
            <a:avLst/>
          </a:prstGeom>
        </p:spPr>
      </p:pic>
      <p:pic>
        <p:nvPicPr>
          <p:cNvPr id="11" name="Picture 10" descr="Attractive professional female secretary writing on board planning for conference pointing out main concepts, skilled administrative manager making preparation for formal meeting with colleagues">
            <a:extLst>
              <a:ext uri="{FF2B5EF4-FFF2-40B4-BE49-F238E27FC236}">
                <a16:creationId xmlns:a16="http://schemas.microsoft.com/office/drawing/2014/main" id="{09EB97D5-8168-478D-B9D5-CA3E1AF5E559}"/>
              </a:ext>
            </a:extLst>
          </p:cNvPr>
          <p:cNvPicPr>
            <a:picLocks noChangeAspect="1"/>
          </p:cNvPicPr>
          <p:nvPr/>
        </p:nvPicPr>
        <p:blipFill>
          <a:blip r:embed="rId7"/>
          <a:stretch>
            <a:fillRect/>
          </a:stretch>
        </p:blipFill>
        <p:spPr>
          <a:xfrm>
            <a:off x="7799635" y="1541115"/>
            <a:ext cx="3408312" cy="3408312"/>
          </a:xfrm>
          <a:prstGeom prst="rect">
            <a:avLst/>
          </a:prstGeom>
        </p:spPr>
      </p:pic>
      <p:sp>
        <p:nvSpPr>
          <p:cNvPr id="12" name="TextBox 11">
            <a:extLst>
              <a:ext uri="{FF2B5EF4-FFF2-40B4-BE49-F238E27FC236}">
                <a16:creationId xmlns:a16="http://schemas.microsoft.com/office/drawing/2014/main" id="{D360DD95-6DE2-4C23-B559-4B0335DC5649}"/>
              </a:ext>
            </a:extLst>
          </p:cNvPr>
          <p:cNvSpPr txBox="1"/>
          <p:nvPr/>
        </p:nvSpPr>
        <p:spPr>
          <a:xfrm>
            <a:off x="618083" y="771525"/>
            <a:ext cx="10955535" cy="502890"/>
          </a:xfrm>
          <a:prstGeom prst="rect">
            <a:avLst/>
          </a:prstGeom>
          <a:noFill/>
        </p:spPr>
        <p:txBody>
          <a:bodyPr wrap="square" rtlCol="0">
            <a:normAutofit/>
          </a:bodyPr>
          <a:lstStyle/>
          <a:p>
            <a:pPr marL="0" algn="l">
              <a:buNone/>
            </a:pPr>
            <a:r>
              <a:rPr sz="3600" b="0">
                <a:solidFill>
                  <a:srgbClr val="000000"/>
                </a:solidFill>
                <a:effectLst/>
                <a:latin typeface="Mongolian Baiti" panose="03000500000000000000" pitchFamily="66" charset="0"/>
              </a:rPr>
              <a:t>Three Questions to Ask Yourself in Any New Job</a:t>
            </a:r>
            <a:r>
              <a:rPr>
                <a:effectLst/>
              </a:rPr>
              <a:t> </a:t>
            </a:r>
            <a:endParaRPr lang="en-US"/>
          </a:p>
        </p:txBody>
      </p:sp>
      <p:sp>
        <p:nvSpPr>
          <p:cNvPr id="13" name="TextBox 12">
            <a:extLst>
              <a:ext uri="{FF2B5EF4-FFF2-40B4-BE49-F238E27FC236}">
                <a16:creationId xmlns:a16="http://schemas.microsoft.com/office/drawing/2014/main" id="{D179D1E0-D460-440E-9B1B-6BCC0CC408E1}"/>
              </a:ext>
            </a:extLst>
          </p:cNvPr>
          <p:cNvSpPr txBox="1"/>
          <p:nvPr/>
        </p:nvSpPr>
        <p:spPr>
          <a:xfrm>
            <a:off x="618083" y="5044678"/>
            <a:ext cx="3408312" cy="1091356"/>
          </a:xfrm>
          <a:prstGeom prst="rect">
            <a:avLst/>
          </a:prstGeom>
          <a:noFill/>
        </p:spPr>
        <p:txBody>
          <a:bodyPr wrap="square" rtlCol="0">
            <a:normAutofit/>
          </a:bodyPr>
          <a:lstStyle/>
          <a:p>
            <a:pPr marL="0" algn="l">
              <a:buNone/>
            </a:pPr>
            <a:r>
              <a:rPr sz="1425" b="1">
                <a:solidFill>
                  <a:srgbClr val="D27B07"/>
                </a:solidFill>
                <a:effectLst/>
                <a:latin typeface="Avenir"/>
              </a:rPr>
              <a:t>What does “done” look like?</a:t>
            </a:r>
            <a:r>
              <a:rPr>
                <a:effectLst/>
              </a:rPr>
              <a:t> </a:t>
            </a:r>
          </a:p>
          <a:p>
            <a:pPr marL="0" algn="l">
              <a:spcBef>
                <a:spcPts val="900"/>
              </a:spcBef>
              <a:buNone/>
            </a:pPr>
            <a:r>
              <a:rPr sz="1425" b="0">
                <a:solidFill>
                  <a:srgbClr val="000000"/>
                </a:solidFill>
                <a:effectLst/>
                <a:latin typeface="Avenir"/>
              </a:rPr>
              <a:t>Clarify quality, format, and deadlines so you deliver the right outcome the first time.</a:t>
            </a:r>
            <a:r>
              <a:rPr>
                <a:effectLst/>
              </a:rPr>
              <a:t> </a:t>
            </a:r>
            <a:endParaRPr lang="en-US"/>
          </a:p>
        </p:txBody>
      </p:sp>
      <p:sp>
        <p:nvSpPr>
          <p:cNvPr id="14" name="TextBox 13">
            <a:extLst>
              <a:ext uri="{FF2B5EF4-FFF2-40B4-BE49-F238E27FC236}">
                <a16:creationId xmlns:a16="http://schemas.microsoft.com/office/drawing/2014/main" id="{FC539054-14C9-42C7-9EE5-537DC0877A2F}"/>
              </a:ext>
            </a:extLst>
          </p:cNvPr>
          <p:cNvSpPr txBox="1"/>
          <p:nvPr/>
        </p:nvSpPr>
        <p:spPr>
          <a:xfrm>
            <a:off x="4208859" y="5044678"/>
            <a:ext cx="3408312" cy="1308496"/>
          </a:xfrm>
          <a:prstGeom prst="rect">
            <a:avLst/>
          </a:prstGeom>
          <a:noFill/>
        </p:spPr>
        <p:txBody>
          <a:bodyPr wrap="square" rtlCol="0">
            <a:normAutofit/>
          </a:bodyPr>
          <a:lstStyle/>
          <a:p>
            <a:pPr marL="0" algn="l">
              <a:buNone/>
            </a:pPr>
            <a:r>
              <a:rPr sz="1425" b="1">
                <a:solidFill>
                  <a:srgbClr val="D27B07"/>
                </a:solidFill>
                <a:effectLst/>
                <a:latin typeface="Avenir"/>
              </a:rPr>
              <a:t>What does my manager think is priority?</a:t>
            </a:r>
            <a:r>
              <a:rPr>
                <a:effectLst/>
              </a:rPr>
              <a:t> </a:t>
            </a:r>
          </a:p>
          <a:p>
            <a:pPr marL="0" algn="l">
              <a:spcBef>
                <a:spcPts val="900"/>
              </a:spcBef>
              <a:buNone/>
            </a:pPr>
            <a:r>
              <a:rPr sz="1425" b="0">
                <a:solidFill>
                  <a:srgbClr val="000000"/>
                </a:solidFill>
                <a:effectLst/>
                <a:latin typeface="Avenir"/>
              </a:rPr>
              <a:t>Prevent early mistakes by aligning effort with what matters most right now.</a:t>
            </a:r>
            <a:r>
              <a:rPr>
                <a:effectLst/>
              </a:rPr>
              <a:t> </a:t>
            </a:r>
            <a:endParaRPr lang="en-US"/>
          </a:p>
        </p:txBody>
      </p:sp>
      <p:sp>
        <p:nvSpPr>
          <p:cNvPr id="15" name="TextBox 14">
            <a:extLst>
              <a:ext uri="{FF2B5EF4-FFF2-40B4-BE49-F238E27FC236}">
                <a16:creationId xmlns:a16="http://schemas.microsoft.com/office/drawing/2014/main" id="{BCEEEE0E-3C54-4ACE-A92D-349234262BC6}"/>
              </a:ext>
            </a:extLst>
          </p:cNvPr>
          <p:cNvSpPr txBox="1"/>
          <p:nvPr/>
        </p:nvSpPr>
        <p:spPr>
          <a:xfrm>
            <a:off x="7799635" y="5044678"/>
            <a:ext cx="3408312" cy="1308496"/>
          </a:xfrm>
          <a:prstGeom prst="rect">
            <a:avLst/>
          </a:prstGeom>
          <a:noFill/>
        </p:spPr>
        <p:txBody>
          <a:bodyPr wrap="square" rtlCol="0">
            <a:normAutofit/>
          </a:bodyPr>
          <a:lstStyle/>
          <a:p>
            <a:pPr marL="0" algn="l">
              <a:buNone/>
            </a:pPr>
            <a:r>
              <a:rPr sz="1425" b="1">
                <a:solidFill>
                  <a:srgbClr val="D27B07"/>
                </a:solidFill>
                <a:effectLst/>
                <a:latin typeface="Avenir"/>
              </a:rPr>
              <a:t>What’s my next step without being asked?</a:t>
            </a:r>
            <a:r>
              <a:rPr>
                <a:effectLst/>
              </a:rPr>
              <a:t> </a:t>
            </a:r>
          </a:p>
          <a:p>
            <a:pPr marL="0" algn="l">
              <a:spcBef>
                <a:spcPts val="900"/>
              </a:spcBef>
              <a:buNone/>
            </a:pPr>
            <a:r>
              <a:rPr sz="1425" b="0">
                <a:solidFill>
                  <a:srgbClr val="000000"/>
                </a:solidFill>
                <a:effectLst/>
                <a:latin typeface="Avenir"/>
              </a:rPr>
              <a:t>Build ownership and momentum by taking a clear action instead of waiting.</a:t>
            </a:r>
            <a:r>
              <a:rPr>
                <a:effectLst/>
              </a:rPr>
              <a:t> </a:t>
            </a:r>
            <a:endParaRPr lang="en-US"/>
          </a:p>
        </p:txBody>
      </p:sp>
    </p:spTree>
    <p:extLst>
      <p:ext uri="{BB962C8B-B14F-4D97-AF65-F5344CB8AC3E}">
        <p14:creationId xmlns:p14="http://schemas.microsoft.com/office/powerpoint/2010/main" val="2358270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9D3710B-EE3B-55F6-6F76-F335789B7CE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EE9649B-04FF-CECD-FD90-B34C5475F77F}"/>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5529F71C-022B-FC2A-272C-DA9BA78EA6F2}"/>
              </a:ext>
            </a:extLst>
          </p:cNvPr>
          <p:cNvSpPr>
            <a:spLocks noGrp="1"/>
          </p:cNvSpPr>
          <p:nvPr>
            <p:ph type="sldNum" sz="quarter" idx="12"/>
          </p:nvPr>
        </p:nvSpPr>
        <p:spPr/>
        <p:txBody>
          <a:bodyPr/>
          <a:lstStyle/>
          <a:p>
            <a:fld id="{CC057153-B650-4DEB-B370-79DDCFDCE934}" type="slidenum">
              <a:rPr lang="en-US" smtClean="0"/>
              <a:t>11</a:t>
            </a:fld>
            <a:endParaRPr lang="en-US" dirty="0"/>
          </a:p>
        </p:txBody>
      </p:sp>
      <p:pic>
        <p:nvPicPr>
          <p:cNvPr id="8" name="Content Placeholder 7">
            <a:extLst>
              <a:ext uri="{FF2B5EF4-FFF2-40B4-BE49-F238E27FC236}">
                <a16:creationId xmlns:a16="http://schemas.microsoft.com/office/drawing/2014/main" id="{973D3FB8-7515-421C-9284-122584C69D07}"/>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Closeup of man hand with a pen writing on notebook, working on laptop computer and using mobile smart phone on office table. Casual business man, freelancer working on computer at home office">
            <a:extLst>
              <a:ext uri="{FF2B5EF4-FFF2-40B4-BE49-F238E27FC236}">
                <a16:creationId xmlns:a16="http://schemas.microsoft.com/office/drawing/2014/main" id="{F937CA13-F53C-4193-A8E2-C2955143B091}"/>
              </a:ext>
            </a:extLst>
          </p:cNvPr>
          <p:cNvPicPr>
            <a:picLocks noGrp="1" noChangeAspect="1"/>
          </p:cNvPicPr>
          <p:nvPr>
            <p:ph sz="quarter" idx="16"/>
          </p:nvPr>
        </p:nvPicPr>
        <p:blipFill>
          <a:blip r:embed="rId5"/>
          <a:stretch>
            <a:fillRect/>
          </a:stretch>
        </p:blipFill>
        <p:spPr>
          <a:xfrm>
            <a:off x="8165306" y="9525"/>
            <a:ext cx="4017019" cy="6858000"/>
          </a:xfrm>
          <a:prstGeom prst="rect">
            <a:avLst/>
          </a:prstGeom>
        </p:spPr>
      </p:pic>
      <p:sp>
        <p:nvSpPr>
          <p:cNvPr id="10" name="TextBox 9">
            <a:extLst>
              <a:ext uri="{FF2B5EF4-FFF2-40B4-BE49-F238E27FC236}">
                <a16:creationId xmlns:a16="http://schemas.microsoft.com/office/drawing/2014/main" id="{1F6DBD75-B9A4-4CF0-B5B2-3E9D2EA93FCC}"/>
              </a:ext>
            </a:extLst>
          </p:cNvPr>
          <p:cNvSpPr txBox="1"/>
          <p:nvPr/>
        </p:nvSpPr>
        <p:spPr>
          <a:xfrm>
            <a:off x="619125" y="1038225"/>
            <a:ext cx="6936581" cy="1316533"/>
          </a:xfrm>
          <a:prstGeom prst="rect">
            <a:avLst/>
          </a:prstGeom>
          <a:noFill/>
        </p:spPr>
        <p:txBody>
          <a:bodyPr wrap="square" rtlCol="0">
            <a:normAutofit/>
          </a:bodyPr>
          <a:lstStyle/>
          <a:p>
            <a:pPr marL="0" marR="0" algn="l">
              <a:buNone/>
            </a:pPr>
            <a:r>
              <a:rPr sz="4800" b="0">
                <a:solidFill>
                  <a:srgbClr val="000000"/>
                </a:solidFill>
                <a:effectLst/>
                <a:latin typeface="Mongolian Baiti" panose="03000500000000000000" pitchFamily="66" charset="0"/>
              </a:rPr>
              <a:t>One Concrete Move This Week </a:t>
            </a:r>
            <a:endParaRPr lang="en-US"/>
          </a:p>
        </p:txBody>
      </p:sp>
      <p:sp>
        <p:nvSpPr>
          <p:cNvPr id="11" name="TextBox 10">
            <a:extLst>
              <a:ext uri="{FF2B5EF4-FFF2-40B4-BE49-F238E27FC236}">
                <a16:creationId xmlns:a16="http://schemas.microsoft.com/office/drawing/2014/main" id="{9587D05B-F67D-47E5-AD9C-DCC5DCA032E2}"/>
              </a:ext>
            </a:extLst>
          </p:cNvPr>
          <p:cNvSpPr txBox="1"/>
          <p:nvPr/>
        </p:nvSpPr>
        <p:spPr>
          <a:xfrm>
            <a:off x="619125" y="2295525"/>
            <a:ext cx="6936581" cy="3954363"/>
          </a:xfrm>
          <a:prstGeom prst="rect">
            <a:avLst/>
          </a:prstGeom>
          <a:noFill/>
        </p:spPr>
        <p:txBody>
          <a:bodyPr wrap="square" rtlCol="0">
            <a:normAutofit/>
          </a:bodyPr>
          <a:lstStyle/>
          <a:p>
            <a:pPr marL="0" marR="0" algn="l">
              <a:buNone/>
            </a:pPr>
            <a:r>
              <a:rPr sz="1650" b="0">
                <a:solidFill>
                  <a:srgbClr val="000000"/>
                </a:solidFill>
                <a:effectLst/>
                <a:latin typeface="Avenir"/>
              </a:rPr>
              <a:t>Professional maturity is built through small, intentional actions. This week, choose one: </a:t>
            </a:r>
            <a:endParaRPr>
              <a:effectLst/>
            </a:endParaRPr>
          </a:p>
          <a:p>
            <a:pPr marL="0" marR="0" algn="l">
              <a:spcBef>
                <a:spcPts val="1200"/>
              </a:spcBef>
              <a:buNone/>
            </a:pPr>
            <a:r>
              <a:rPr sz="1650" b="1">
                <a:solidFill>
                  <a:srgbClr val="D27B07"/>
                </a:solidFill>
                <a:effectLst/>
                <a:latin typeface="Avenir"/>
              </a:rPr>
              <a:t>Audit your online presence </a:t>
            </a:r>
            <a:endParaRPr>
              <a:effectLst/>
            </a:endParaRPr>
          </a:p>
          <a:p>
            <a:pPr marL="0" marR="0" algn="l">
              <a:spcBef>
                <a:spcPts val="450"/>
              </a:spcBef>
              <a:buNone/>
            </a:pPr>
            <a:r>
              <a:rPr sz="1500" b="0">
                <a:solidFill>
                  <a:srgbClr val="000000"/>
                </a:solidFill>
                <a:effectLst/>
                <a:latin typeface="Avenir"/>
              </a:rPr>
              <a:t>Search your name, tighten privacy settings, and refresh LinkedIn. Outdated or inappropriate content is a common early-career mistake—quick to fix, long-lasting in impact. </a:t>
            </a:r>
            <a:endParaRPr>
              <a:effectLst/>
            </a:endParaRPr>
          </a:p>
          <a:p>
            <a:pPr marL="0" marR="0" algn="l">
              <a:spcBef>
                <a:spcPts val="1200"/>
              </a:spcBef>
              <a:buNone/>
            </a:pPr>
            <a:r>
              <a:rPr sz="1650" b="1">
                <a:solidFill>
                  <a:srgbClr val="D27B07"/>
                </a:solidFill>
                <a:effectLst/>
                <a:latin typeface="Avenir"/>
              </a:rPr>
              <a:t>Prepare questions for your manager </a:t>
            </a:r>
            <a:endParaRPr>
              <a:effectLst/>
            </a:endParaRPr>
          </a:p>
          <a:p>
            <a:pPr marL="0" marR="0" algn="l">
              <a:spcBef>
                <a:spcPts val="450"/>
              </a:spcBef>
              <a:buNone/>
            </a:pPr>
            <a:r>
              <a:rPr sz="1500" b="0">
                <a:solidFill>
                  <a:srgbClr val="000000"/>
                </a:solidFill>
                <a:effectLst/>
                <a:latin typeface="Avenir"/>
              </a:rPr>
              <a:t>Write three questions about expectations, priorities, and success metrics. It signals initiative and reduces confusion before your first day or next Monday. </a:t>
            </a:r>
            <a:endParaRPr>
              <a:effectLst/>
            </a:endParaRPr>
          </a:p>
          <a:p>
            <a:pPr marL="0" marR="0" algn="l">
              <a:spcBef>
                <a:spcPts val="1200"/>
              </a:spcBef>
              <a:buNone/>
            </a:pPr>
            <a:r>
              <a:rPr sz="1500" b="0">
                <a:solidFill>
                  <a:srgbClr val="000000"/>
                </a:solidFill>
                <a:effectLst/>
                <a:latin typeface="Avenir"/>
              </a:rPr>
              <a:t>Simple steps like these compound into stronger confidence and credibility over time. </a:t>
            </a:r>
            <a:endParaRPr lang="en-US"/>
          </a:p>
        </p:txBody>
      </p:sp>
    </p:spTree>
    <p:extLst>
      <p:ext uri="{BB962C8B-B14F-4D97-AF65-F5344CB8AC3E}">
        <p14:creationId xmlns:p14="http://schemas.microsoft.com/office/powerpoint/2010/main" val="4251014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B6C3D31-59FA-2E0D-B0CC-1F50FC210264}"/>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FE4168E3-C8AA-C279-B768-74285047C350}"/>
              </a:ext>
            </a:extLst>
          </p:cNvPr>
          <p:cNvSpPr>
            <a:spLocks noGrp="1"/>
          </p:cNvSpPr>
          <p:nvPr>
            <p:ph type="dt" sz="half" idx="10"/>
          </p:nvPr>
        </p:nvSpPr>
        <p:spPr/>
        <p:txBody>
          <a:bodyPr/>
          <a:lstStyle/>
          <a:p>
            <a:fld id="{FAA6F6B0-7BDB-FB4C-9D76-500FE2DDFD1B}" type="datetime1">
              <a:rPr lang="en-US" smtClean="0"/>
              <a:t>3/16/2026</a:t>
            </a:fld>
            <a:endParaRPr lang="en-US" dirty="0"/>
          </a:p>
        </p:txBody>
      </p:sp>
      <p:sp>
        <p:nvSpPr>
          <p:cNvPr id="5" name="Slide Number Placeholder 4">
            <a:extLst>
              <a:ext uri="{FF2B5EF4-FFF2-40B4-BE49-F238E27FC236}">
                <a16:creationId xmlns:a16="http://schemas.microsoft.com/office/drawing/2014/main" id="{665BFFBE-DCC9-A234-6552-587BD702F4FC}"/>
              </a:ext>
            </a:extLst>
          </p:cNvPr>
          <p:cNvSpPr>
            <a:spLocks noGrp="1"/>
          </p:cNvSpPr>
          <p:nvPr>
            <p:ph type="sldNum" sz="quarter" idx="12"/>
          </p:nvPr>
        </p:nvSpPr>
        <p:spPr/>
        <p:txBody>
          <a:bodyPr/>
          <a:lstStyle/>
          <a:p>
            <a:fld id="{CC057153-B650-4DEB-B370-79DDCFDCE934}" type="slidenum">
              <a:rPr lang="en-US" smtClean="0"/>
              <a:t>12</a:t>
            </a:fld>
            <a:endParaRPr lang="en-US" dirty="0"/>
          </a:p>
        </p:txBody>
      </p:sp>
      <p:pic>
        <p:nvPicPr>
          <p:cNvPr id="8" name="Content Placeholder 7">
            <a:extLst>
              <a:ext uri="{FF2B5EF4-FFF2-40B4-BE49-F238E27FC236}">
                <a16:creationId xmlns:a16="http://schemas.microsoft.com/office/drawing/2014/main" id="{1702ADF6-2249-43AB-A9EA-B8C4E45A922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Female presenter during shooting of TV show">
            <a:extLst>
              <a:ext uri="{FF2B5EF4-FFF2-40B4-BE49-F238E27FC236}">
                <a16:creationId xmlns:a16="http://schemas.microsoft.com/office/drawing/2014/main" id="{8D849E2C-F23F-4D75-95DC-C3106CA0D760}"/>
              </a:ext>
            </a:extLst>
          </p:cNvPr>
          <p:cNvPicPr>
            <a:picLocks noGrp="1" noChangeAspect="1"/>
          </p:cNvPicPr>
          <p:nvPr>
            <p:ph sz="quarter" idx="16"/>
          </p:nvPr>
        </p:nvPicPr>
        <p:blipFill>
          <a:blip r:embed="rId5"/>
          <a:stretch>
            <a:fillRect/>
          </a:stretch>
        </p:blipFill>
        <p:spPr>
          <a:xfrm>
            <a:off x="8165306" y="9525"/>
            <a:ext cx="4017019" cy="6858000"/>
          </a:xfrm>
          <a:prstGeom prst="rect">
            <a:avLst/>
          </a:prstGeom>
        </p:spPr>
      </p:pic>
      <p:sp>
        <p:nvSpPr>
          <p:cNvPr id="10" name="TextBox 9">
            <a:extLst>
              <a:ext uri="{FF2B5EF4-FFF2-40B4-BE49-F238E27FC236}">
                <a16:creationId xmlns:a16="http://schemas.microsoft.com/office/drawing/2014/main" id="{28F88C4D-CDB5-4299-BFA9-260F903874BF}"/>
              </a:ext>
            </a:extLst>
          </p:cNvPr>
          <p:cNvSpPr txBox="1"/>
          <p:nvPr/>
        </p:nvSpPr>
        <p:spPr>
          <a:xfrm>
            <a:off x="619125" y="885825"/>
            <a:ext cx="6936581" cy="1020960"/>
          </a:xfrm>
          <a:prstGeom prst="rect">
            <a:avLst/>
          </a:prstGeom>
          <a:noFill/>
        </p:spPr>
        <p:txBody>
          <a:bodyPr wrap="square" rtlCol="0">
            <a:normAutofit/>
          </a:bodyPr>
          <a:lstStyle/>
          <a:p>
            <a:pPr marL="0" marR="0" algn="l">
              <a:buNone/>
            </a:pPr>
            <a:r>
              <a:rPr sz="4800" b="0">
                <a:solidFill>
                  <a:srgbClr val="000000"/>
                </a:solidFill>
                <a:effectLst/>
                <a:latin typeface="Mongolian Baiti" panose="03000500000000000000" pitchFamily="66" charset="0"/>
              </a:rPr>
              <a:t>Q&amp;A + Key Takeaways </a:t>
            </a:r>
            <a:endParaRPr>
              <a:effectLst/>
            </a:endParaRPr>
          </a:p>
          <a:p>
            <a:pPr marL="0" marR="0" algn="l">
              <a:spcBef>
                <a:spcPts val="750"/>
              </a:spcBef>
              <a:buNone/>
            </a:pPr>
            <a:r>
              <a:rPr sz="1800" b="0">
                <a:solidFill>
                  <a:srgbClr val="D27B07"/>
                </a:solidFill>
                <a:effectLst/>
                <a:latin typeface="Avenir"/>
              </a:rPr>
              <a:t>Success depends more on behavior than brilliance. </a:t>
            </a:r>
            <a:endParaRPr lang="en-US"/>
          </a:p>
        </p:txBody>
      </p:sp>
      <p:sp>
        <p:nvSpPr>
          <p:cNvPr id="11" name="TextBox 10">
            <a:extLst>
              <a:ext uri="{FF2B5EF4-FFF2-40B4-BE49-F238E27FC236}">
                <a16:creationId xmlns:a16="http://schemas.microsoft.com/office/drawing/2014/main" id="{C41B7BC9-8369-447C-827D-A15042B2A945}"/>
              </a:ext>
            </a:extLst>
          </p:cNvPr>
          <p:cNvSpPr txBox="1"/>
          <p:nvPr/>
        </p:nvSpPr>
        <p:spPr>
          <a:xfrm>
            <a:off x="619125" y="2048321"/>
            <a:ext cx="6936581" cy="1276201"/>
          </a:xfrm>
          <a:prstGeom prst="rect">
            <a:avLst/>
          </a:prstGeom>
          <a:noFill/>
        </p:spPr>
        <p:txBody>
          <a:bodyPr wrap="square" rtlCol="0">
            <a:normAutofit/>
          </a:bodyPr>
          <a:lstStyle/>
          <a:p>
            <a:pPr marL="0" marR="0" algn="l">
              <a:spcBef>
                <a:spcPts val="2550"/>
              </a:spcBef>
              <a:buNone/>
            </a:pPr>
            <a:r>
              <a:rPr sz="2100" b="0">
                <a:solidFill>
                  <a:srgbClr val="000000"/>
                </a:solidFill>
                <a:effectLst/>
                <a:latin typeface="Mongolian Baiti" panose="03000500000000000000" pitchFamily="66" charset="0"/>
              </a:rPr>
              <a:t>What managers notice </a:t>
            </a:r>
            <a:endParaRPr>
              <a:effectLst/>
            </a:endParaRPr>
          </a:p>
          <a:p>
            <a:pPr marL="0" marR="0" algn="l">
              <a:spcBef>
                <a:spcPts val="600"/>
              </a:spcBef>
              <a:buNone/>
            </a:pPr>
            <a:r>
              <a:rPr sz="1650" b="0">
                <a:solidFill>
                  <a:srgbClr val="000000"/>
                </a:solidFill>
                <a:effectLst/>
                <a:latin typeface="Avenir"/>
              </a:rPr>
              <a:t>Soft skills, communication, and ownership often matter more than technical perfection. Managers are watching how you show up—reliability, clarity, and follow-through. </a:t>
            </a:r>
            <a:endParaRPr lang="en-US"/>
          </a:p>
        </p:txBody>
      </p:sp>
      <p:sp>
        <p:nvSpPr>
          <p:cNvPr id="12" name="TextBox 11">
            <a:extLst>
              <a:ext uri="{FF2B5EF4-FFF2-40B4-BE49-F238E27FC236}">
                <a16:creationId xmlns:a16="http://schemas.microsoft.com/office/drawing/2014/main" id="{DE1FA1B4-A328-4AC3-81AD-37253B86E1CB}"/>
              </a:ext>
            </a:extLst>
          </p:cNvPr>
          <p:cNvSpPr txBox="1"/>
          <p:nvPr/>
        </p:nvSpPr>
        <p:spPr>
          <a:xfrm>
            <a:off x="619125" y="3534072"/>
            <a:ext cx="6936581" cy="1276201"/>
          </a:xfrm>
          <a:prstGeom prst="rect">
            <a:avLst/>
          </a:prstGeom>
          <a:noFill/>
        </p:spPr>
        <p:txBody>
          <a:bodyPr wrap="square" rtlCol="0">
            <a:normAutofit/>
          </a:bodyPr>
          <a:lstStyle/>
          <a:p>
            <a:pPr marL="0" marR="0" algn="l">
              <a:spcBef>
                <a:spcPts val="1650"/>
              </a:spcBef>
              <a:buNone/>
            </a:pPr>
            <a:r>
              <a:rPr sz="2100" b="0">
                <a:solidFill>
                  <a:srgbClr val="000000"/>
                </a:solidFill>
                <a:effectLst/>
                <a:latin typeface="Mongolian Baiti" panose="03000500000000000000" pitchFamily="66" charset="0"/>
              </a:rPr>
              <a:t>Professional maturity </a:t>
            </a:r>
            <a:endParaRPr>
              <a:effectLst/>
            </a:endParaRPr>
          </a:p>
          <a:p>
            <a:pPr marL="0" marR="0" algn="l">
              <a:spcBef>
                <a:spcPts val="600"/>
              </a:spcBef>
              <a:buNone/>
            </a:pPr>
            <a:r>
              <a:rPr sz="1650" b="0">
                <a:solidFill>
                  <a:srgbClr val="000000"/>
                </a:solidFill>
                <a:effectLst/>
                <a:latin typeface="Avenir"/>
              </a:rPr>
              <a:t>Ask good questions, manage your digital presence, and communicate early when you’re blocked. Treat “hard” as learnable—while recognizing when an environment becomes toxic. </a:t>
            </a:r>
            <a:endParaRPr lang="en-US"/>
          </a:p>
        </p:txBody>
      </p:sp>
      <p:sp>
        <p:nvSpPr>
          <p:cNvPr id="13" name="TextBox 12">
            <a:extLst>
              <a:ext uri="{FF2B5EF4-FFF2-40B4-BE49-F238E27FC236}">
                <a16:creationId xmlns:a16="http://schemas.microsoft.com/office/drawing/2014/main" id="{2793F2BB-C482-49CF-A343-A186D68FF740}"/>
              </a:ext>
            </a:extLst>
          </p:cNvPr>
          <p:cNvSpPr txBox="1"/>
          <p:nvPr/>
        </p:nvSpPr>
        <p:spPr>
          <a:xfrm>
            <a:off x="619125" y="5019823"/>
            <a:ext cx="6936581" cy="1276201"/>
          </a:xfrm>
          <a:prstGeom prst="rect">
            <a:avLst/>
          </a:prstGeom>
          <a:noFill/>
        </p:spPr>
        <p:txBody>
          <a:bodyPr wrap="square" rtlCol="0">
            <a:normAutofit/>
          </a:bodyPr>
          <a:lstStyle/>
          <a:p>
            <a:pPr marL="0" marR="0" algn="l">
              <a:spcBef>
                <a:spcPts val="1650"/>
              </a:spcBef>
              <a:buNone/>
            </a:pPr>
            <a:r>
              <a:rPr sz="2100" b="0">
                <a:solidFill>
                  <a:srgbClr val="000000"/>
                </a:solidFill>
                <a:effectLst/>
                <a:latin typeface="Mongolian Baiti" panose="03000500000000000000" pitchFamily="66" charset="0"/>
              </a:rPr>
              <a:t>Mental health &amp; growth </a:t>
            </a:r>
            <a:endParaRPr>
              <a:effectLst/>
            </a:endParaRPr>
          </a:p>
          <a:p>
            <a:pPr marL="0" marR="0" algn="l">
              <a:spcBef>
                <a:spcPts val="600"/>
              </a:spcBef>
              <a:buNone/>
            </a:pPr>
            <a:r>
              <a:rPr sz="1650" b="0">
                <a:solidFill>
                  <a:srgbClr val="000000"/>
                </a:solidFill>
                <a:effectLst/>
                <a:latin typeface="Avenir"/>
              </a:rPr>
              <a:t>Approach mental health conversations thoughtfully and proactively. These expectations are learnable now—build trust early for long-term career success. </a:t>
            </a:r>
            <a:endParaRPr lang="en-US"/>
          </a:p>
        </p:txBody>
      </p:sp>
    </p:spTree>
    <p:extLst>
      <p:ext uri="{BB962C8B-B14F-4D97-AF65-F5344CB8AC3E}">
        <p14:creationId xmlns:p14="http://schemas.microsoft.com/office/powerpoint/2010/main" val="4138867469"/>
      </p:ext>
    </p:extLst>
  </p:cSld>
  <p:clrMapOvr>
    <a:masterClrMapping/>
  </p:clrMapOvr>
</p:sld>
</file>

<file path=ppt/theme/theme1.xml><?xml version="1.0" encoding="utf-8"?>
<a:theme xmlns:a="http://schemas.openxmlformats.org/drawingml/2006/main" name="Japandi linear">
  <a:themeElements>
    <a:clrScheme name="Japandi linear 2">
      <a:dk1>
        <a:srgbClr val="000000"/>
      </a:dk1>
      <a:lt1>
        <a:srgbClr val="FFFFFF"/>
      </a:lt1>
      <a:dk2>
        <a:srgbClr val="2C3832"/>
      </a:dk2>
      <a:lt2>
        <a:srgbClr val="F2EDE3"/>
      </a:lt2>
      <a:accent1>
        <a:srgbClr val="B79C8F"/>
      </a:accent1>
      <a:accent2>
        <a:srgbClr val="8A835B"/>
      </a:accent2>
      <a:accent3>
        <a:srgbClr val="A3A588"/>
      </a:accent3>
      <a:accent4>
        <a:srgbClr val="A39382"/>
      </a:accent4>
      <a:accent5>
        <a:srgbClr val="87A3BF"/>
      </a:accent5>
      <a:accent6>
        <a:srgbClr val="6464A0"/>
      </a:accent6>
      <a:hlink>
        <a:srgbClr val="BF6E45"/>
      </a:hlink>
      <a:folHlink>
        <a:srgbClr val="B3932A"/>
      </a:folHlink>
    </a:clrScheme>
    <a:fontScheme name="Custom 24">
      <a:majorFont>
        <a:latin typeface="Nunito Sans"/>
        <a:ea typeface=""/>
        <a:cs typeface=""/>
      </a:majorFont>
      <a:minorFont>
        <a:latin typeface="Nuni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pandi linear_Copilot Layouts_win32_SD_V13" id="{1A98D2ED-8D8F-4042-89AC-2EE345497259}" vid="{2E77DE8A-CCF8-42DD-89D0-20AB94D79F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91a20c6-7779-4c7e-8e3a-acf878330878" xsi:nil="true"/>
    <MediaServiceKeyPoints xmlns="194603e3-38c2-4ee5-8f94-33c99f98e49d" xsi:nil="true"/>
    <lcf76f155ced4ddcb4097134ff3c332f xmlns="194603e3-38c2-4ee5-8f94-33c99f98e49d">
      <Terms xmlns="http://schemas.microsoft.com/office/infopath/2007/PartnerControls"/>
    </lcf76f155ced4ddcb4097134ff3c332f>
    <Videoinfo xmlns="194603e3-38c2-4ee5-8f94-33c99f98e49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D286F105BDD214FA81D4A6BFB238CC4" ma:contentTypeVersion="19" ma:contentTypeDescription="Create a new document." ma:contentTypeScope="" ma:versionID="fe64a8a06ac5abb6f1946da17dd894f6">
  <xsd:schema xmlns:xsd="http://www.w3.org/2001/XMLSchema" xmlns:xs="http://www.w3.org/2001/XMLSchema" xmlns:p="http://schemas.microsoft.com/office/2006/metadata/properties" xmlns:ns2="991a20c6-7779-4c7e-8e3a-acf878330878" xmlns:ns3="194603e3-38c2-4ee5-8f94-33c99f98e49d" targetNamespace="http://schemas.microsoft.com/office/2006/metadata/properties" ma:root="true" ma:fieldsID="39ee7167373acdab14387c30e3645137" ns2:_="" ns3:_="">
    <xsd:import namespace="991a20c6-7779-4c7e-8e3a-acf878330878"/>
    <xsd:import namespace="194603e3-38c2-4ee5-8f94-33c99f98e49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lcf76f155ced4ddcb4097134ff3c332f" minOccurs="0"/>
                <xsd:element ref="ns2:TaxCatchAll" minOccurs="0"/>
                <xsd:element ref="ns3:MediaServiceSearchProperties" minOccurs="0"/>
                <xsd:element ref="ns3:MediaLengthInSeconds" minOccurs="0"/>
                <xsd:element ref="ns3:Videoinfo"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a20c6-7779-4c7e-8e3a-acf87833087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d07b50ae-e15c-491e-9502-aec67d0a10f6}" ma:internalName="TaxCatchAll" ma:showField="CatchAllData" ma:web="991a20c6-7779-4c7e-8e3a-acf87833087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94603e3-38c2-4ee5-8f94-33c99f98e49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0468a54d-6a37-4c52-9176-b0e2c72a8f97"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element name="Videoinfo" ma:index="24" nillable="true" ma:displayName="Video info" ma:format="Dropdown" ma:internalName="Videoinfo">
      <xsd:simpleType>
        <xsd:restriction base="dms:Text">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2.xml><?xml version="1.0" encoding="utf-8"?>
<ds:datastoreItem xmlns:ds="http://schemas.openxmlformats.org/officeDocument/2006/customXml" ds:itemID="{D1CEDABF-7176-4A42-8EF9-E5D4DD31FF6C}">
  <ds:schemaRefs>
    <ds:schemaRef ds:uri="http://schemas.microsoft.com/office/2006/documentManagement/types"/>
    <ds:schemaRef ds:uri="http://schemas.microsoft.com/sharepoint/v3"/>
    <ds:schemaRef ds:uri="http://schemas.microsoft.com/office/infopath/2007/PartnerControls"/>
    <ds:schemaRef ds:uri="http://schemas.openxmlformats.org/package/2006/metadata/core-properties"/>
    <ds:schemaRef ds:uri="http://purl.org/dc/elements/1.1/"/>
    <ds:schemaRef ds:uri="230e9df3-be65-4c73-a93b-d1236ebd677e"/>
    <ds:schemaRef ds:uri="16c05727-aa75-4e4a-9b5f-8a80a1165891"/>
    <ds:schemaRef ds:uri="71af3243-3dd4-4a8d-8c0d-dd76da1f02a5"/>
    <ds:schemaRef ds:uri="http://www.w3.org/XML/1998/namespace"/>
    <ds:schemaRef ds:uri="http://schemas.microsoft.com/office/2006/metadata/properties"/>
    <ds:schemaRef ds:uri="http://purl.org/dc/dcmitype/"/>
    <ds:schemaRef ds:uri="http://purl.org/dc/terms/"/>
  </ds:schemaRefs>
</ds:datastoreItem>
</file>

<file path=customXml/itemProps3.xml><?xml version="1.0" encoding="utf-8"?>
<ds:datastoreItem xmlns:ds="http://schemas.openxmlformats.org/officeDocument/2006/customXml" ds:itemID="{26F667E5-FD91-4E11-A4A4-93B51045261A}"/>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117</TotalTime>
  <Words>3271</Words>
  <Application>Microsoft Office PowerPoint</Application>
  <PresentationFormat>Widescreen</PresentationFormat>
  <Paragraphs>141</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Avenir</vt:lpstr>
      <vt:lpstr>Mongolian Baiti</vt:lpstr>
      <vt:lpstr>Nunito Sans</vt:lpstr>
      <vt:lpstr>Univers Light</vt:lpstr>
      <vt:lpstr>Japandi linear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K</dc:creator>
  <cp:lastModifiedBy>Matthew Kohlmorgen</cp:lastModifiedBy>
  <cp:revision>2</cp:revision>
  <dcterms:created xsi:type="dcterms:W3CDTF">2025-08-05T03:29:54Z</dcterms:created>
  <dcterms:modified xsi:type="dcterms:W3CDTF">2026-03-16T14:34:42Z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0x010100AD286F105BDD214FA81D4A6BFB238CC4</vt:lpwstr>
  </property>
  <property fmtid="{D5CDD505-2E9C-101B-9397-08002B2CF9AE}" pid="3" name="MediaServiceImageTags">
    <vt:lpwstr/>
  </property>
</Properties>
</file>